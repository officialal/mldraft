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E37EF-F660-2730-9351-E0CD549658D4}" v="1" dt="2026-03-23T10:19:31.134"/>
    <p1510:client id="{12A8FF4A-11C2-80D7-F74F-0290DAD5F769}" v="5" dt="2026-03-23T11:30:56.895"/>
    <p1510:client id="{351D9EF2-37D6-3793-3D07-E23421E6E6B3}" v="52" dt="2026-03-23T13:00:26.757"/>
    <p1510:client id="{407DA6BD-5313-DB0D-A3BA-CA4A655E5946}" v="8" dt="2026-03-23T11:12:56.651"/>
    <p1510:client id="{4AA77753-3CC1-554B-B1AB-3575FEBCB502}" v="94" dt="2026-03-23T12:33:35.861"/>
    <p1510:client id="{4FE26DD5-D8E5-F116-7035-BE6A32986DFB}" v="53" dt="2026-03-23T02:31:13.977"/>
    <p1510:client id="{60A79B49-3B52-2625-5F14-B8DF46712D00}" v="648" dt="2026-03-22T18:29:36.683"/>
    <p1510:client id="{6822B052-72B7-6D9B-91FB-64D60D2853B5}" v="306" dt="2026-03-23T02:23:13.703"/>
    <p1510:client id="{7350A4FB-5621-5EEF-4F51-566AE9D96391}" v="30" dt="2026-03-23T13:16:46.056"/>
    <p1510:client id="{C14EE046-39C1-A2CF-FE5D-26965DD666D0}" v="212" dt="2026-03-23T12:31:55.040"/>
    <p1510:client id="{D3D535FA-D4C2-4D23-8B3E-9B6659498EB0}" v="1" dt="2026-03-23T12:27:05.151"/>
    <p1510:client id="{FA649027-510C-9F3C-D40C-0B38CF7FF02C}" v="58" dt="2026-03-23T09:38:48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zer Pakawala" userId="S::juzer.pakawala@mail.bcu.ac.uk::842be03f-c95a-45bc-b32e-a45f3de160d6" providerId="AD" clId="Web-{351D9EF2-37D6-3793-3D07-E23421E6E6B3}"/>
    <pc:docChg chg="modSld">
      <pc:chgData name="Juzer Pakawala" userId="S::juzer.pakawala@mail.bcu.ac.uk::842be03f-c95a-45bc-b32e-a45f3de160d6" providerId="AD" clId="Web-{351D9EF2-37D6-3793-3D07-E23421E6E6B3}" dt="2026-03-23T13:00:26.757" v="51" actId="20577"/>
      <pc:docMkLst>
        <pc:docMk/>
      </pc:docMkLst>
      <pc:sldChg chg="modSp">
        <pc:chgData name="Juzer Pakawala" userId="S::juzer.pakawala@mail.bcu.ac.uk::842be03f-c95a-45bc-b32e-a45f3de160d6" providerId="AD" clId="Web-{351D9EF2-37D6-3793-3D07-E23421E6E6B3}" dt="2026-03-23T13:00:26.757" v="51" actId="20577"/>
        <pc:sldMkLst>
          <pc:docMk/>
          <pc:sldMk cId="0" sldId="261"/>
        </pc:sldMkLst>
        <pc:spChg chg="mod">
          <ac:chgData name="Juzer Pakawala" userId="S::juzer.pakawala@mail.bcu.ac.uk::842be03f-c95a-45bc-b32e-a45f3de160d6" providerId="AD" clId="Web-{351D9EF2-37D6-3793-3D07-E23421E6E6B3}" dt="2026-03-23T13:00:26.757" v="51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  <pc:docChgLst>
    <pc:chgData name="Rishabh Panikar" userId="S::rishabh.panikar@mail.bcu.ac.uk::e2c4e521-e1c9-4b58-a2d1-e922ea7c6312" providerId="AD" clId="Web-{C14EE046-39C1-A2CF-FE5D-26965DD666D0}"/>
    <pc:docChg chg="modSld">
      <pc:chgData name="Rishabh Panikar" userId="S::rishabh.panikar@mail.bcu.ac.uk::e2c4e521-e1c9-4b58-a2d1-e922ea7c6312" providerId="AD" clId="Web-{C14EE046-39C1-A2CF-FE5D-26965DD666D0}" dt="2026-03-23T12:38:35.091" v="223" actId="20577"/>
      <pc:docMkLst>
        <pc:docMk/>
      </pc:docMkLst>
      <pc:sldChg chg="modSp">
        <pc:chgData name="Rishabh Panikar" userId="S::rishabh.panikar@mail.bcu.ac.uk::e2c4e521-e1c9-4b58-a2d1-e922ea7c6312" providerId="AD" clId="Web-{C14EE046-39C1-A2CF-FE5D-26965DD666D0}" dt="2026-03-22T23:50:30.998" v="82" actId="20577"/>
        <pc:sldMkLst>
          <pc:docMk/>
          <pc:sldMk cId="0" sldId="259"/>
        </pc:sldMkLst>
        <pc:spChg chg="mod">
          <ac:chgData name="Rishabh Panikar" userId="S::rishabh.panikar@mail.bcu.ac.uk::e2c4e521-e1c9-4b58-a2d1-e922ea7c6312" providerId="AD" clId="Web-{C14EE046-39C1-A2CF-FE5D-26965DD666D0}" dt="2026-03-22T23:50:30.998" v="82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setBg">
        <pc:chgData name="Rishabh Panikar" userId="S::rishabh.panikar@mail.bcu.ac.uk::e2c4e521-e1c9-4b58-a2d1-e922ea7c6312" providerId="AD" clId="Web-{C14EE046-39C1-A2CF-FE5D-26965DD666D0}" dt="2026-03-23T12:38:35.091" v="223" actId="20577"/>
        <pc:sldMkLst>
          <pc:docMk/>
          <pc:sldMk cId="0" sldId="263"/>
        </pc:sldMkLst>
        <pc:spChg chg="mod">
          <ac:chgData name="Rishabh Panikar" userId="S::rishabh.panikar@mail.bcu.ac.uk::e2c4e521-e1c9-4b58-a2d1-e922ea7c6312" providerId="AD" clId="Web-{C14EE046-39C1-A2CF-FE5D-26965DD666D0}" dt="2026-03-23T12:33:34.010" v="217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Rishabh Panikar" userId="S::rishabh.panikar@mail.bcu.ac.uk::e2c4e521-e1c9-4b58-a2d1-e922ea7c6312" providerId="AD" clId="Web-{C14EE046-39C1-A2CF-FE5D-26965DD666D0}" dt="2026-03-23T12:33:34.010" v="217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Rishabh Panikar" userId="S::rishabh.panikar@mail.bcu.ac.uk::e2c4e521-e1c9-4b58-a2d1-e922ea7c6312" providerId="AD" clId="Web-{C14EE046-39C1-A2CF-FE5D-26965DD666D0}" dt="2026-03-23T12:32:44.181" v="212"/>
          <ac:spMkLst>
            <pc:docMk/>
            <pc:sldMk cId="0" sldId="263"/>
            <ac:spMk id="9" creationId="{BACC6370-2D7E-4714-9D71-7542949D7D5D}"/>
          </ac:spMkLst>
        </pc:spChg>
        <pc:spChg chg="add del">
          <ac:chgData name="Rishabh Panikar" userId="S::rishabh.panikar@mail.bcu.ac.uk::e2c4e521-e1c9-4b58-a2d1-e922ea7c6312" providerId="AD" clId="Web-{C14EE046-39C1-A2CF-FE5D-26965DD666D0}" dt="2026-03-23T12:32:55.916" v="214"/>
          <ac:spMkLst>
            <pc:docMk/>
            <pc:sldMk cId="0" sldId="263"/>
            <ac:spMk id="10" creationId="{D93394DA-E684-47C2-9020-13225823F40A}"/>
          </ac:spMkLst>
        </pc:spChg>
        <pc:spChg chg="add del">
          <ac:chgData name="Rishabh Panikar" userId="S::rishabh.panikar@mail.bcu.ac.uk::e2c4e521-e1c9-4b58-a2d1-e922ea7c6312" providerId="AD" clId="Web-{C14EE046-39C1-A2CF-FE5D-26965DD666D0}" dt="2026-03-23T12:32:44.181" v="212"/>
          <ac:spMkLst>
            <pc:docMk/>
            <pc:sldMk cId="0" sldId="263"/>
            <ac:spMk id="11" creationId="{256B2C21-A230-48C0-8DF1-C46611373C44}"/>
          </ac:spMkLst>
        </pc:spChg>
        <pc:spChg chg="add del">
          <ac:chgData name="Rishabh Panikar" userId="S::rishabh.panikar@mail.bcu.ac.uk::e2c4e521-e1c9-4b58-a2d1-e922ea7c6312" providerId="AD" clId="Web-{C14EE046-39C1-A2CF-FE5D-26965DD666D0}" dt="2026-03-23T12:32:44.181" v="212"/>
          <ac:spMkLst>
            <pc:docMk/>
            <pc:sldMk cId="0" sldId="263"/>
            <ac:spMk id="13" creationId="{3847E18C-932D-4C95-AABA-FEC7C9499AD7}"/>
          </ac:spMkLst>
        </pc:spChg>
        <pc:spChg chg="add del">
          <ac:chgData name="Rishabh Panikar" userId="S::rishabh.panikar@mail.bcu.ac.uk::e2c4e521-e1c9-4b58-a2d1-e922ea7c6312" providerId="AD" clId="Web-{C14EE046-39C1-A2CF-FE5D-26965DD666D0}" dt="2026-03-23T12:32:44.181" v="212"/>
          <ac:spMkLst>
            <pc:docMk/>
            <pc:sldMk cId="0" sldId="263"/>
            <ac:spMk id="15" creationId="{3150CB11-0C61-439E-910F-5787759E72A0}"/>
          </ac:spMkLst>
        </pc:spChg>
        <pc:spChg chg="add del">
          <ac:chgData name="Rishabh Panikar" userId="S::rishabh.panikar@mail.bcu.ac.uk::e2c4e521-e1c9-4b58-a2d1-e922ea7c6312" providerId="AD" clId="Web-{C14EE046-39C1-A2CF-FE5D-26965DD666D0}" dt="2026-03-23T12:32:44.181" v="212"/>
          <ac:spMkLst>
            <pc:docMk/>
            <pc:sldMk cId="0" sldId="263"/>
            <ac:spMk id="17" creationId="{43F8A58B-5155-44CE-A5FF-7647B47D0A7A}"/>
          </ac:spMkLst>
        </pc:spChg>
        <pc:spChg chg="add del">
          <ac:chgData name="Rishabh Panikar" userId="S::rishabh.panikar@mail.bcu.ac.uk::e2c4e521-e1c9-4b58-a2d1-e922ea7c6312" providerId="AD" clId="Web-{C14EE046-39C1-A2CF-FE5D-26965DD666D0}" dt="2026-03-23T12:32:44.181" v="212"/>
          <ac:spMkLst>
            <pc:docMk/>
            <pc:sldMk cId="0" sldId="263"/>
            <ac:spMk id="19" creationId="{443F2ACA-E6D6-4028-82DD-F03C262D5DE6}"/>
          </ac:spMkLst>
        </pc:spChg>
        <pc:spChg chg="add del">
          <ac:chgData name="Rishabh Panikar" userId="S::rishabh.panikar@mail.bcu.ac.uk::e2c4e521-e1c9-4b58-a2d1-e922ea7c6312" providerId="AD" clId="Web-{C14EE046-39C1-A2CF-FE5D-26965DD666D0}" dt="2026-03-23T12:33:33.963" v="216"/>
          <ac:spMkLst>
            <pc:docMk/>
            <pc:sldMk cId="0" sldId="263"/>
            <ac:spMk id="24" creationId="{B50AB553-2A96-4A92-96F2-93548E096954}"/>
          </ac:spMkLst>
        </pc:spChg>
        <pc:spChg chg="add">
          <ac:chgData name="Rishabh Panikar" userId="S::rishabh.panikar@mail.bcu.ac.uk::e2c4e521-e1c9-4b58-a2d1-e922ea7c6312" providerId="AD" clId="Web-{C14EE046-39C1-A2CF-FE5D-26965DD666D0}" dt="2026-03-23T12:33:34.010" v="217"/>
          <ac:spMkLst>
            <pc:docMk/>
            <pc:sldMk cId="0" sldId="263"/>
            <ac:spMk id="27" creationId="{BACC6370-2D7E-4714-9D71-7542949D7D5D}"/>
          </ac:spMkLst>
        </pc:spChg>
        <pc:spChg chg="add">
          <ac:chgData name="Rishabh Panikar" userId="S::rishabh.panikar@mail.bcu.ac.uk::e2c4e521-e1c9-4b58-a2d1-e922ea7c6312" providerId="AD" clId="Web-{C14EE046-39C1-A2CF-FE5D-26965DD666D0}" dt="2026-03-23T12:33:34.010" v="217"/>
          <ac:spMkLst>
            <pc:docMk/>
            <pc:sldMk cId="0" sldId="263"/>
            <ac:spMk id="28" creationId="{256B2C21-A230-48C0-8DF1-C46611373C44}"/>
          </ac:spMkLst>
        </pc:spChg>
        <pc:spChg chg="add">
          <ac:chgData name="Rishabh Panikar" userId="S::rishabh.panikar@mail.bcu.ac.uk::e2c4e521-e1c9-4b58-a2d1-e922ea7c6312" providerId="AD" clId="Web-{C14EE046-39C1-A2CF-FE5D-26965DD666D0}" dt="2026-03-23T12:33:34.010" v="217"/>
          <ac:spMkLst>
            <pc:docMk/>
            <pc:sldMk cId="0" sldId="263"/>
            <ac:spMk id="29" creationId="{3847E18C-932D-4C95-AABA-FEC7C9499AD7}"/>
          </ac:spMkLst>
        </pc:spChg>
        <pc:spChg chg="add">
          <ac:chgData name="Rishabh Panikar" userId="S::rishabh.panikar@mail.bcu.ac.uk::e2c4e521-e1c9-4b58-a2d1-e922ea7c6312" providerId="AD" clId="Web-{C14EE046-39C1-A2CF-FE5D-26965DD666D0}" dt="2026-03-23T12:33:34.010" v="217"/>
          <ac:spMkLst>
            <pc:docMk/>
            <pc:sldMk cId="0" sldId="263"/>
            <ac:spMk id="30" creationId="{3150CB11-0C61-439E-910F-5787759E72A0}"/>
          </ac:spMkLst>
        </pc:spChg>
        <pc:spChg chg="add">
          <ac:chgData name="Rishabh Panikar" userId="S::rishabh.panikar@mail.bcu.ac.uk::e2c4e521-e1c9-4b58-a2d1-e922ea7c6312" providerId="AD" clId="Web-{C14EE046-39C1-A2CF-FE5D-26965DD666D0}" dt="2026-03-23T12:33:34.010" v="217"/>
          <ac:spMkLst>
            <pc:docMk/>
            <pc:sldMk cId="0" sldId="263"/>
            <ac:spMk id="31" creationId="{43F8A58B-5155-44CE-A5FF-7647B47D0A7A}"/>
          </ac:spMkLst>
        </pc:spChg>
        <pc:spChg chg="add">
          <ac:chgData name="Rishabh Panikar" userId="S::rishabh.panikar@mail.bcu.ac.uk::e2c4e521-e1c9-4b58-a2d1-e922ea7c6312" providerId="AD" clId="Web-{C14EE046-39C1-A2CF-FE5D-26965DD666D0}" dt="2026-03-23T12:33:34.010" v="217"/>
          <ac:spMkLst>
            <pc:docMk/>
            <pc:sldMk cId="0" sldId="263"/>
            <ac:spMk id="32" creationId="{443F2ACA-E6D6-4028-82DD-F03C262D5DE6}"/>
          </ac:spMkLst>
        </pc:spChg>
        <pc:graphicFrameChg chg="add del">
          <ac:chgData name="Rishabh Panikar" userId="S::rishabh.panikar@mail.bcu.ac.uk::e2c4e521-e1c9-4b58-a2d1-e922ea7c6312" providerId="AD" clId="Web-{C14EE046-39C1-A2CF-FE5D-26965DD666D0}" dt="2026-03-23T12:32:44.181" v="212"/>
          <ac:graphicFrameMkLst>
            <pc:docMk/>
            <pc:sldMk cId="0" sldId="263"/>
            <ac:graphicFrameMk id="5" creationId="{4A7F2880-BCF6-D635-77E2-901BE07CE461}"/>
          </ac:graphicFrameMkLst>
        </pc:graphicFrameChg>
        <pc:graphicFrameChg chg="add del">
          <ac:chgData name="Rishabh Panikar" userId="S::rishabh.panikar@mail.bcu.ac.uk::e2c4e521-e1c9-4b58-a2d1-e922ea7c6312" providerId="AD" clId="Web-{C14EE046-39C1-A2CF-FE5D-26965DD666D0}" dt="2026-03-23T12:32:55.916" v="214"/>
          <ac:graphicFrameMkLst>
            <pc:docMk/>
            <pc:sldMk cId="0" sldId="263"/>
            <ac:graphicFrameMk id="21" creationId="{4E7D8602-E16C-5744-AC08-154D5B14C16D}"/>
          </ac:graphicFrameMkLst>
        </pc:graphicFrameChg>
        <pc:graphicFrameChg chg="add del">
          <ac:chgData name="Rishabh Panikar" userId="S::rishabh.panikar@mail.bcu.ac.uk::e2c4e521-e1c9-4b58-a2d1-e922ea7c6312" providerId="AD" clId="Web-{C14EE046-39C1-A2CF-FE5D-26965DD666D0}" dt="2026-03-23T12:33:33.963" v="216"/>
          <ac:graphicFrameMkLst>
            <pc:docMk/>
            <pc:sldMk cId="0" sldId="263"/>
            <ac:graphicFrameMk id="25" creationId="{874B367D-A34F-783F-F4D4-520D0FE9DE74}"/>
          </ac:graphicFrameMkLst>
        </pc:graphicFrameChg>
        <pc:graphicFrameChg chg="add modGraphic">
          <ac:chgData name="Rishabh Panikar" userId="S::rishabh.panikar@mail.bcu.ac.uk::e2c4e521-e1c9-4b58-a2d1-e922ea7c6312" providerId="AD" clId="Web-{C14EE046-39C1-A2CF-FE5D-26965DD666D0}" dt="2026-03-23T12:38:35.091" v="223" actId="20577"/>
          <ac:graphicFrameMkLst>
            <pc:docMk/>
            <pc:sldMk cId="0" sldId="263"/>
            <ac:graphicFrameMk id="33" creationId="{4A7F2880-BCF6-D635-77E2-901BE07CE461}"/>
          </ac:graphicFrameMkLst>
        </pc:graphicFrameChg>
        <pc:picChg chg="add del">
          <ac:chgData name="Rishabh Panikar" userId="S::rishabh.panikar@mail.bcu.ac.uk::e2c4e521-e1c9-4b58-a2d1-e922ea7c6312" providerId="AD" clId="Web-{C14EE046-39C1-A2CF-FE5D-26965DD666D0}" dt="2026-03-23T12:32:55.916" v="214"/>
          <ac:picMkLst>
            <pc:docMk/>
            <pc:sldMk cId="0" sldId="263"/>
            <ac:picMk id="6" creationId="{3A08EB22-D672-B132-9A3B-EF9A0918A4CB}"/>
          </ac:picMkLst>
        </pc:picChg>
        <pc:picChg chg="add del">
          <ac:chgData name="Rishabh Panikar" userId="S::rishabh.panikar@mail.bcu.ac.uk::e2c4e521-e1c9-4b58-a2d1-e922ea7c6312" providerId="AD" clId="Web-{C14EE046-39C1-A2CF-FE5D-26965DD666D0}" dt="2026-03-23T12:33:33.963" v="216"/>
          <ac:picMkLst>
            <pc:docMk/>
            <pc:sldMk cId="0" sldId="263"/>
            <ac:picMk id="23" creationId="{9C6018C1-B9A8-82E1-28FA-9500B90202CF}"/>
          </ac:picMkLst>
        </pc:picChg>
      </pc:sldChg>
    </pc:docChg>
  </pc:docChgLst>
  <pc:docChgLst>
    <pc:chgData name="Alex Rush" userId="S::alex.rush@mail.bcu.ac.uk::3553fc2e-875d-4b8e-9341-9209134c3454" providerId="AD" clId="Web-{60A79B49-3B52-2625-5F14-B8DF46712D00}"/>
    <pc:docChg chg="addSld delSld modSld">
      <pc:chgData name="Alex Rush" userId="S::alex.rush@mail.bcu.ac.uk::3553fc2e-875d-4b8e-9341-9209134c3454" providerId="AD" clId="Web-{60A79B49-3B52-2625-5F14-B8DF46712D00}" dt="2026-03-22T18:29:36.683" v="653" actId="20577"/>
      <pc:docMkLst>
        <pc:docMk/>
      </pc:docMkLst>
      <pc:sldChg chg="addSp delSp modSp mod setBg">
        <pc:chgData name="Alex Rush" userId="S::alex.rush@mail.bcu.ac.uk::3553fc2e-875d-4b8e-9341-9209134c3454" providerId="AD" clId="Web-{60A79B49-3B52-2625-5F14-B8DF46712D00}" dt="2026-03-22T18:15:11.899" v="272"/>
        <pc:sldMkLst>
          <pc:docMk/>
          <pc:sldMk cId="0" sldId="260"/>
        </pc:sldMkLst>
        <pc:spChg chg="mod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9" creationId="{2EB492CD-616E-47F8-933B-5E2D952A0593}"/>
          </ac:spMkLst>
        </pc:spChg>
        <pc:spChg chg="add del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11" creationId="{59383CF9-23B5-4335-9B21-1791C4CF1C75}"/>
          </ac:spMkLst>
        </pc:spChg>
        <pc:spChg chg="add del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13" creationId="{0007FE00-9498-4706-B255-6437B0252C02}"/>
          </ac:spMkLst>
        </pc:spChg>
        <pc:spChg chg="add del">
          <ac:chgData name="Alex Rush" userId="S::alex.rush@mail.bcu.ac.uk::3553fc2e-875d-4b8e-9341-9209134c3454" providerId="AD" clId="Web-{60A79B49-3B52-2625-5F14-B8DF46712D00}" dt="2026-03-22T18:14:38.288" v="268"/>
          <ac:spMkLst>
            <pc:docMk/>
            <pc:sldMk cId="0" sldId="260"/>
            <ac:spMk id="18" creationId="{0D05C9B4-B5C9-2D4D-23C9-CEE72646F923}"/>
          </ac:spMkLst>
        </pc:spChg>
        <pc:spChg chg="add del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20" creationId="{97B03642-7722-4B15-897F-76918F86B8FB}"/>
          </ac:spMkLst>
        </pc:spChg>
        <pc:spChg chg="add del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21" creationId="{13844EE9-2895-4B7B-A445-00BA91721BDF}"/>
          </ac:spMkLst>
        </pc:spChg>
        <pc:spChg chg="add del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22" creationId="{6068EAC2-2623-4156-A990-D776FF9BF493}"/>
          </ac:spMkLst>
        </pc:spChg>
        <pc:spChg chg="add del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24" creationId="{4C707BC9-731A-490A-AF25-6F349FD9B02F}"/>
          </ac:spMkLst>
        </pc:spChg>
        <pc:spChg chg="add del">
          <ac:chgData name="Alex Rush" userId="S::alex.rush@mail.bcu.ac.uk::3553fc2e-875d-4b8e-9341-9209134c3454" providerId="AD" clId="Web-{60A79B49-3B52-2625-5F14-B8DF46712D00}" dt="2026-03-22T18:15:11.899" v="272"/>
          <ac:spMkLst>
            <pc:docMk/>
            <pc:sldMk cId="0" sldId="260"/>
            <ac:spMk id="26" creationId="{3FD7C480-AC7D-4FEE-BB95-EEE23BB3E693}"/>
          </ac:spMkLst>
        </pc:spChg>
        <pc:picChg chg="add mod ord">
          <ac:chgData name="Alex Rush" userId="S::alex.rush@mail.bcu.ac.uk::3553fc2e-875d-4b8e-9341-9209134c3454" providerId="AD" clId="Web-{60A79B49-3B52-2625-5F14-B8DF46712D00}" dt="2026-03-22T18:14:38.288" v="268"/>
          <ac:picMkLst>
            <pc:docMk/>
            <pc:sldMk cId="0" sldId="260"/>
            <ac:picMk id="4" creationId="{B1C2782E-8AF3-72DD-A814-D7C422841E2C}"/>
          </ac:picMkLst>
        </pc:picChg>
      </pc:sldChg>
      <pc:sldChg chg="addSp modSp mod setBg">
        <pc:chgData name="Alex Rush" userId="S::alex.rush@mail.bcu.ac.uk::3553fc2e-875d-4b8e-9341-9209134c3454" providerId="AD" clId="Web-{60A79B49-3B52-2625-5F14-B8DF46712D00}" dt="2026-03-22T18:29:36.683" v="653" actId="20577"/>
        <pc:sldMkLst>
          <pc:docMk/>
          <pc:sldMk cId="0" sldId="262"/>
        </pc:sldMkLst>
        <pc:spChg chg="mod">
          <ac:chgData name="Alex Rush" userId="S::alex.rush@mail.bcu.ac.uk::3553fc2e-875d-4b8e-9341-9209134c3454" providerId="AD" clId="Web-{60A79B49-3B52-2625-5F14-B8DF46712D00}" dt="2026-03-22T18:29:20.729" v="651"/>
          <ac:spMkLst>
            <pc:docMk/>
            <pc:sldMk cId="0" sldId="262"/>
            <ac:spMk id="2" creationId="{00000000-0000-0000-0000-000000000000}"/>
          </ac:spMkLst>
        </pc:spChg>
        <pc:spChg chg="mod">
          <ac:chgData name="Alex Rush" userId="S::alex.rush@mail.bcu.ac.uk::3553fc2e-875d-4b8e-9341-9209134c3454" providerId="AD" clId="Web-{60A79B49-3B52-2625-5F14-B8DF46712D00}" dt="2026-03-22T18:29:36.683" v="653" actId="20577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ex Rush" userId="S::alex.rush@mail.bcu.ac.uk::3553fc2e-875d-4b8e-9341-9209134c3454" providerId="AD" clId="Web-{60A79B49-3B52-2625-5F14-B8DF46712D00}" dt="2026-03-22T18:29:20.729" v="651"/>
          <ac:spMkLst>
            <pc:docMk/>
            <pc:sldMk cId="0" sldId="262"/>
            <ac:spMk id="8" creationId="{100EDD19-6802-4EC3-95CE-CFFAB042CFD6}"/>
          </ac:spMkLst>
        </pc:spChg>
        <pc:spChg chg="add">
          <ac:chgData name="Alex Rush" userId="S::alex.rush@mail.bcu.ac.uk::3553fc2e-875d-4b8e-9341-9209134c3454" providerId="AD" clId="Web-{60A79B49-3B52-2625-5F14-B8DF46712D00}" dt="2026-03-22T18:29:20.729" v="651"/>
          <ac:spMkLst>
            <pc:docMk/>
            <pc:sldMk cId="0" sldId="262"/>
            <ac:spMk id="10" creationId="{DB17E863-922E-4C26-BD64-E8FD41D28661}"/>
          </ac:spMkLst>
        </pc:spChg>
      </pc:sldChg>
      <pc:sldChg chg="addSp modSp mod setBg">
        <pc:chgData name="Alex Rush" userId="S::alex.rush@mail.bcu.ac.uk::3553fc2e-875d-4b8e-9341-9209134c3454" providerId="AD" clId="Web-{60A79B49-3B52-2625-5F14-B8DF46712D00}" dt="2026-03-22T18:21:25.237" v="378"/>
        <pc:sldMkLst>
          <pc:docMk/>
          <pc:sldMk cId="0" sldId="264"/>
        </pc:sldMkLst>
        <pc:spChg chg="mod">
          <ac:chgData name="Alex Rush" userId="S::alex.rush@mail.bcu.ac.uk::3553fc2e-875d-4b8e-9341-9209134c3454" providerId="AD" clId="Web-{60A79B49-3B52-2625-5F14-B8DF46712D00}" dt="2026-03-22T18:21:25.237" v="3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ex Rush" userId="S::alex.rush@mail.bcu.ac.uk::3553fc2e-875d-4b8e-9341-9209134c3454" providerId="AD" clId="Web-{60A79B49-3B52-2625-5F14-B8DF46712D00}" dt="2026-03-22T18:21:25.237" v="378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ex Rush" userId="S::alex.rush@mail.bcu.ac.uk::3553fc2e-875d-4b8e-9341-9209134c3454" providerId="AD" clId="Web-{60A79B49-3B52-2625-5F14-B8DF46712D00}" dt="2026-03-22T18:21:25.237" v="378"/>
          <ac:spMkLst>
            <pc:docMk/>
            <pc:sldMk cId="0" sldId="264"/>
            <ac:spMk id="10" creationId="{13844EE9-2895-4B7B-A445-00BA91721BDF}"/>
          </ac:spMkLst>
        </pc:spChg>
        <pc:spChg chg="add">
          <ac:chgData name="Alex Rush" userId="S::alex.rush@mail.bcu.ac.uk::3553fc2e-875d-4b8e-9341-9209134c3454" providerId="AD" clId="Web-{60A79B49-3B52-2625-5F14-B8DF46712D00}" dt="2026-03-22T18:21:25.237" v="378"/>
          <ac:spMkLst>
            <pc:docMk/>
            <pc:sldMk cId="0" sldId="264"/>
            <ac:spMk id="12" creationId="{97B03642-7722-4B15-897F-76918F86B8FB}"/>
          </ac:spMkLst>
        </pc:spChg>
        <pc:spChg chg="add">
          <ac:chgData name="Alex Rush" userId="S::alex.rush@mail.bcu.ac.uk::3553fc2e-875d-4b8e-9341-9209134c3454" providerId="AD" clId="Web-{60A79B49-3B52-2625-5F14-B8DF46712D00}" dt="2026-03-22T18:21:25.237" v="378"/>
          <ac:spMkLst>
            <pc:docMk/>
            <pc:sldMk cId="0" sldId="264"/>
            <ac:spMk id="14" creationId="{6068EAC2-2623-4156-A990-D776FF9BF493}"/>
          </ac:spMkLst>
        </pc:spChg>
        <pc:spChg chg="add">
          <ac:chgData name="Alex Rush" userId="S::alex.rush@mail.bcu.ac.uk::3553fc2e-875d-4b8e-9341-9209134c3454" providerId="AD" clId="Web-{60A79B49-3B52-2625-5F14-B8DF46712D00}" dt="2026-03-22T18:21:25.237" v="378"/>
          <ac:spMkLst>
            <pc:docMk/>
            <pc:sldMk cId="0" sldId="264"/>
            <ac:spMk id="16" creationId="{4C707BC9-731A-490A-AF25-6F349FD9B02F}"/>
          </ac:spMkLst>
        </pc:spChg>
        <pc:spChg chg="add">
          <ac:chgData name="Alex Rush" userId="S::alex.rush@mail.bcu.ac.uk::3553fc2e-875d-4b8e-9341-9209134c3454" providerId="AD" clId="Web-{60A79B49-3B52-2625-5F14-B8DF46712D00}" dt="2026-03-22T18:21:25.237" v="378"/>
          <ac:spMkLst>
            <pc:docMk/>
            <pc:sldMk cId="0" sldId="264"/>
            <ac:spMk id="18" creationId="{3FD7C480-AC7D-4FEE-BB95-EEE23BB3E693}"/>
          </ac:spMkLst>
        </pc:spChg>
        <pc:picChg chg="add">
          <ac:chgData name="Alex Rush" userId="S::alex.rush@mail.bcu.ac.uk::3553fc2e-875d-4b8e-9341-9209134c3454" providerId="AD" clId="Web-{60A79B49-3B52-2625-5F14-B8DF46712D00}" dt="2026-03-22T18:21:25.237" v="378"/>
          <ac:picMkLst>
            <pc:docMk/>
            <pc:sldMk cId="0" sldId="264"/>
            <ac:picMk id="7" creationId="{69111784-AF4A-D0C8-2513-2B213BB20315}"/>
          </ac:picMkLst>
        </pc:picChg>
      </pc:sldChg>
      <pc:sldChg chg="add del">
        <pc:chgData name="Alex Rush" userId="S::alex.rush@mail.bcu.ac.uk::3553fc2e-875d-4b8e-9341-9209134c3454" providerId="AD" clId="Web-{60A79B49-3B52-2625-5F14-B8DF46712D00}" dt="2026-03-22T18:15:17.383" v="273"/>
        <pc:sldMkLst>
          <pc:docMk/>
          <pc:sldMk cId="0" sldId="267"/>
        </pc:sldMkLst>
      </pc:sldChg>
    </pc:docChg>
  </pc:docChgLst>
  <pc:docChgLst>
    <pc:chgData name="Alex Rush" userId="S::alex.rush@mail.bcu.ac.uk::3553fc2e-875d-4b8e-9341-9209134c3454" providerId="AD" clId="Web-{08CE37EF-F660-2730-9351-E0CD549658D4}"/>
    <pc:docChg chg="delSld">
      <pc:chgData name="Alex Rush" userId="S::alex.rush@mail.bcu.ac.uk::3553fc2e-875d-4b8e-9341-9209134c3454" providerId="AD" clId="Web-{08CE37EF-F660-2730-9351-E0CD549658D4}" dt="2026-03-23T10:19:31.134" v="0"/>
      <pc:docMkLst>
        <pc:docMk/>
      </pc:docMkLst>
      <pc:sldChg chg="del">
        <pc:chgData name="Alex Rush" userId="S::alex.rush@mail.bcu.ac.uk::3553fc2e-875d-4b8e-9341-9209134c3454" providerId="AD" clId="Web-{08CE37EF-F660-2730-9351-E0CD549658D4}" dt="2026-03-23T10:19:31.134" v="0"/>
        <pc:sldMkLst>
          <pc:docMk/>
          <pc:sldMk cId="0" sldId="258"/>
        </pc:sldMkLst>
      </pc:sldChg>
    </pc:docChg>
  </pc:docChgLst>
  <pc:docChgLst>
    <pc:chgData name="Juzer Pakawala" userId="S::juzer.pakawala@mail.bcu.ac.uk::842be03f-c95a-45bc-b32e-a45f3de160d6" providerId="AD" clId="Web-{FA649027-510C-9F3C-D40C-0B38CF7FF02C}"/>
    <pc:docChg chg="modSld">
      <pc:chgData name="Juzer Pakawala" userId="S::juzer.pakawala@mail.bcu.ac.uk::842be03f-c95a-45bc-b32e-a45f3de160d6" providerId="AD" clId="Web-{FA649027-510C-9F3C-D40C-0B38CF7FF02C}" dt="2026-03-23T09:38:48.861" v="60" actId="20577"/>
      <pc:docMkLst>
        <pc:docMk/>
      </pc:docMkLst>
      <pc:sldChg chg="modSp">
        <pc:chgData name="Juzer Pakawala" userId="S::juzer.pakawala@mail.bcu.ac.uk::842be03f-c95a-45bc-b32e-a45f3de160d6" providerId="AD" clId="Web-{FA649027-510C-9F3C-D40C-0B38CF7FF02C}" dt="2026-03-23T09:38:48.861" v="60" actId="20577"/>
        <pc:sldMkLst>
          <pc:docMk/>
          <pc:sldMk cId="0" sldId="261"/>
        </pc:sldMkLst>
        <pc:spChg chg="mod">
          <ac:chgData name="Juzer Pakawala" userId="S::juzer.pakawala@mail.bcu.ac.uk::842be03f-c95a-45bc-b32e-a45f3de160d6" providerId="AD" clId="Web-{FA649027-510C-9F3C-D40C-0B38CF7FF02C}" dt="2026-03-22T21:22:43.053" v="6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Juzer Pakawala" userId="S::juzer.pakawala@mail.bcu.ac.uk::842be03f-c95a-45bc-b32e-a45f3de160d6" providerId="AD" clId="Web-{FA649027-510C-9F3C-D40C-0B38CF7FF02C}" dt="2026-03-23T09:38:48.861" v="60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  <pc:docChgLst>
    <pc:chgData name="Rishabh Panikar" userId="S::rishabh.panikar@mail.bcu.ac.uk::e2c4e521-e1c9-4b58-a2d1-e922ea7c6312" providerId="AD" clId="Web-{0AF39D9F-6F2D-1961-DC16-D04929028859}"/>
    <pc:docChg chg="modSld">
      <pc:chgData name="Rishabh Panikar" userId="S::rishabh.panikar@mail.bcu.ac.uk::e2c4e521-e1c9-4b58-a2d1-e922ea7c6312" providerId="AD" clId="Web-{0AF39D9F-6F2D-1961-DC16-D04929028859}" dt="2026-03-19T10:39:25.768" v="14" actId="20577"/>
      <pc:docMkLst>
        <pc:docMk/>
      </pc:docMkLst>
      <pc:sldChg chg="modSp">
        <pc:chgData name="Rishabh Panikar" userId="S::rishabh.panikar@mail.bcu.ac.uk::e2c4e521-e1c9-4b58-a2d1-e922ea7c6312" providerId="AD" clId="Web-{0AF39D9F-6F2D-1961-DC16-D04929028859}" dt="2026-03-19T10:39:17.001" v="7" actId="20577"/>
        <pc:sldMkLst>
          <pc:docMk/>
          <pc:sldMk cId="0" sldId="259"/>
        </pc:sldMkLst>
        <pc:spChg chg="mod">
          <ac:chgData name="Rishabh Panikar" userId="S::rishabh.panikar@mail.bcu.ac.uk::e2c4e521-e1c9-4b58-a2d1-e922ea7c6312" providerId="AD" clId="Web-{0AF39D9F-6F2D-1961-DC16-D04929028859}" dt="2026-03-19T10:39:17.001" v="7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">
        <pc:chgData name="Rishabh Panikar" userId="S::rishabh.panikar@mail.bcu.ac.uk::e2c4e521-e1c9-4b58-a2d1-e922ea7c6312" providerId="AD" clId="Web-{0AF39D9F-6F2D-1961-DC16-D04929028859}" dt="2026-03-19T10:39:25.768" v="14" actId="20577"/>
        <pc:sldMkLst>
          <pc:docMk/>
          <pc:sldMk cId="0" sldId="263"/>
        </pc:sldMkLst>
        <pc:spChg chg="mod">
          <ac:chgData name="Rishabh Panikar" userId="S::rishabh.panikar@mail.bcu.ac.uk::e2c4e521-e1c9-4b58-a2d1-e922ea7c6312" providerId="AD" clId="Web-{0AF39D9F-6F2D-1961-DC16-D04929028859}" dt="2026-03-19T10:39:25.768" v="14" actId="20577"/>
          <ac:spMkLst>
            <pc:docMk/>
            <pc:sldMk cId="0" sldId="263"/>
            <ac:spMk id="2" creationId="{00000000-0000-0000-0000-000000000000}"/>
          </ac:spMkLst>
        </pc:spChg>
      </pc:sldChg>
    </pc:docChg>
  </pc:docChgLst>
  <pc:docChgLst>
    <pc:chgData name="Alex Rush" userId="S::alex.rush@mail.bcu.ac.uk::3553fc2e-875d-4b8e-9341-9209134c3454" providerId="AD" clId="Web-{7350A4FB-5621-5EEF-4F51-566AE9D96391}"/>
    <pc:docChg chg="addSld delSld modSld">
      <pc:chgData name="Alex Rush" userId="S::alex.rush@mail.bcu.ac.uk::3553fc2e-875d-4b8e-9341-9209134c3454" providerId="AD" clId="Web-{7350A4FB-5621-5EEF-4F51-566AE9D96391}" dt="2026-03-23T12:46:30.410" v="35"/>
      <pc:docMkLst>
        <pc:docMk/>
      </pc:docMkLst>
      <pc:sldChg chg="addSp delSp modSp mod setBg">
        <pc:chgData name="Alex Rush" userId="S::alex.rush@mail.bcu.ac.uk::3553fc2e-875d-4b8e-9341-9209134c3454" providerId="AD" clId="Web-{7350A4FB-5621-5EEF-4F51-566AE9D96391}" dt="2026-03-23T12:36:41.417" v="10"/>
        <pc:sldMkLst>
          <pc:docMk/>
          <pc:sldMk cId="0" sldId="261"/>
        </pc:sldMkLst>
        <pc:spChg chg="mod">
          <ac:chgData name="Alex Rush" userId="S::alex.rush@mail.bcu.ac.uk::3553fc2e-875d-4b8e-9341-9209134c3454" providerId="AD" clId="Web-{7350A4FB-5621-5EEF-4F51-566AE9D96391}" dt="2026-03-23T12:36:41.417" v="10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Alex Rush" userId="S::alex.rush@mail.bcu.ac.uk::3553fc2e-875d-4b8e-9341-9209134c3454" providerId="AD" clId="Web-{7350A4FB-5621-5EEF-4F51-566AE9D96391}" dt="2026-03-23T12:36:41.417" v="10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Alex Rush" userId="S::alex.rush@mail.bcu.ac.uk::3553fc2e-875d-4b8e-9341-9209134c3454" providerId="AD" clId="Web-{7350A4FB-5621-5EEF-4F51-566AE9D96391}" dt="2026-03-23T12:36:36.948" v="9"/>
          <ac:spMkLst>
            <pc:docMk/>
            <pc:sldMk cId="0" sldId="261"/>
            <ac:spMk id="7" creationId="{B50AB553-2A96-4A92-96F2-93548E096954}"/>
          </ac:spMkLst>
        </pc:spChg>
        <pc:spChg chg="add">
          <ac:chgData name="Alex Rush" userId="S::alex.rush@mail.bcu.ac.uk::3553fc2e-875d-4b8e-9341-9209134c3454" providerId="AD" clId="Web-{7350A4FB-5621-5EEF-4F51-566AE9D96391}" dt="2026-03-23T12:36:41.417" v="10"/>
          <ac:spMkLst>
            <pc:docMk/>
            <pc:sldMk cId="0" sldId="261"/>
            <ac:spMk id="9" creationId="{907EF6B7-1338-4443-8C46-6A318D952DFD}"/>
          </ac:spMkLst>
        </pc:spChg>
        <pc:spChg chg="add">
          <ac:chgData name="Alex Rush" userId="S::alex.rush@mail.bcu.ac.uk::3553fc2e-875d-4b8e-9341-9209134c3454" providerId="AD" clId="Web-{7350A4FB-5621-5EEF-4F51-566AE9D96391}" dt="2026-03-23T12:36:41.417" v="10"/>
          <ac:spMkLst>
            <pc:docMk/>
            <pc:sldMk cId="0" sldId="261"/>
            <ac:spMk id="11" creationId="{DAAE4CDD-124C-4DCF-9584-B6033B545DD5}"/>
          </ac:spMkLst>
        </pc:spChg>
        <pc:spChg chg="add">
          <ac:chgData name="Alex Rush" userId="S::alex.rush@mail.bcu.ac.uk::3553fc2e-875d-4b8e-9341-9209134c3454" providerId="AD" clId="Web-{7350A4FB-5621-5EEF-4F51-566AE9D96391}" dt="2026-03-23T12:36:41.417" v="10"/>
          <ac:spMkLst>
            <pc:docMk/>
            <pc:sldMk cId="0" sldId="261"/>
            <ac:spMk id="13" creationId="{081E4A58-353D-44AE-B2FC-2A74E2E400F7}"/>
          </ac:spMkLst>
        </pc:spChg>
        <pc:graphicFrameChg chg="add del">
          <ac:chgData name="Alex Rush" userId="S::alex.rush@mail.bcu.ac.uk::3553fc2e-875d-4b8e-9341-9209134c3454" providerId="AD" clId="Web-{7350A4FB-5621-5EEF-4F51-566AE9D96391}" dt="2026-03-23T12:36:36.948" v="9"/>
          <ac:graphicFrameMkLst>
            <pc:docMk/>
            <pc:sldMk cId="0" sldId="261"/>
            <ac:graphicFrameMk id="5" creationId="{2270CF18-8F02-8A8B-7B11-607BD7CAD759}"/>
          </ac:graphicFrameMkLst>
        </pc:graphicFrameChg>
        <pc:picChg chg="add del">
          <ac:chgData name="Alex Rush" userId="S::alex.rush@mail.bcu.ac.uk::3553fc2e-875d-4b8e-9341-9209134c3454" providerId="AD" clId="Web-{7350A4FB-5621-5EEF-4F51-566AE9D96391}" dt="2026-03-23T12:36:36.948" v="9"/>
          <ac:picMkLst>
            <pc:docMk/>
            <pc:sldMk cId="0" sldId="261"/>
            <ac:picMk id="6" creationId="{26C23326-CC29-F7B6-0612-CE932AC71362}"/>
          </ac:picMkLst>
        </pc:picChg>
      </pc:sldChg>
      <pc:sldChg chg="modSp">
        <pc:chgData name="Alex Rush" userId="S::alex.rush@mail.bcu.ac.uk::3553fc2e-875d-4b8e-9341-9209134c3454" providerId="AD" clId="Web-{7350A4FB-5621-5EEF-4F51-566AE9D96391}" dt="2026-03-23T12:42:52.159" v="17" actId="20577"/>
        <pc:sldMkLst>
          <pc:docMk/>
          <pc:sldMk cId="0" sldId="265"/>
        </pc:sldMkLst>
        <pc:spChg chg="mod">
          <ac:chgData name="Alex Rush" userId="S::alex.rush@mail.bcu.ac.uk::3553fc2e-875d-4b8e-9341-9209134c3454" providerId="AD" clId="Web-{7350A4FB-5621-5EEF-4F51-566AE9D96391}" dt="2026-03-23T12:42:52.159" v="17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Alex Rush" userId="S::alex.rush@mail.bcu.ac.uk::3553fc2e-875d-4b8e-9341-9209134c3454" providerId="AD" clId="Web-{7350A4FB-5621-5EEF-4F51-566AE9D96391}" dt="2026-03-23T12:37:02.901" v="13" actId="20577"/>
        <pc:sldMkLst>
          <pc:docMk/>
          <pc:sldMk cId="0" sldId="266"/>
        </pc:sldMkLst>
        <pc:graphicFrameChg chg="modGraphic">
          <ac:chgData name="Alex Rush" userId="S::alex.rush@mail.bcu.ac.uk::3553fc2e-875d-4b8e-9341-9209134c3454" providerId="AD" clId="Web-{7350A4FB-5621-5EEF-4F51-566AE9D96391}" dt="2026-03-23T12:37:02.901" v="13" actId="20577"/>
          <ac:graphicFrameMkLst>
            <pc:docMk/>
            <pc:sldMk cId="0" sldId="266"/>
            <ac:graphicFrameMk id="8" creationId="{878D64F5-4A44-35D6-4558-BB2B6A8C4168}"/>
          </ac:graphicFrameMkLst>
        </pc:graphicFrameChg>
      </pc:sldChg>
      <pc:sldChg chg="modSp new del">
        <pc:chgData name="Alex Rush" userId="S::alex.rush@mail.bcu.ac.uk::3553fc2e-875d-4b8e-9341-9209134c3454" providerId="AD" clId="Web-{7350A4FB-5621-5EEF-4F51-566AE9D96391}" dt="2026-03-23T12:46:30.410" v="35"/>
        <pc:sldMkLst>
          <pc:docMk/>
          <pc:sldMk cId="861482132" sldId="269"/>
        </pc:sldMkLst>
        <pc:spChg chg="mod">
          <ac:chgData name="Alex Rush" userId="S::alex.rush@mail.bcu.ac.uk::3553fc2e-875d-4b8e-9341-9209134c3454" providerId="AD" clId="Web-{7350A4FB-5621-5EEF-4F51-566AE9D96391}" dt="2026-03-23T12:46:16.723" v="34" actId="20577"/>
          <ac:spMkLst>
            <pc:docMk/>
            <pc:sldMk cId="861482132" sldId="269"/>
            <ac:spMk id="2" creationId="{9390CF6D-F83B-1C92-6CFA-FAD5BA738C0D}"/>
          </ac:spMkLst>
        </pc:spChg>
      </pc:sldChg>
    </pc:docChg>
  </pc:docChgLst>
  <pc:docChgLst>
    <pc:chgData name="Michael Wagg" userId="S::michael.wagg@mail.bcu.ac.uk::1da74f64-59ec-467b-a65c-6317b2e8c8ef" providerId="AD" clId="Web-{4FE26DD5-D8E5-F116-7035-BE6A32986DFB}"/>
    <pc:docChg chg="modSld">
      <pc:chgData name="Michael Wagg" userId="S::michael.wagg@mail.bcu.ac.uk::1da74f64-59ec-467b-a65c-6317b2e8c8ef" providerId="AD" clId="Web-{4FE26DD5-D8E5-F116-7035-BE6A32986DFB}" dt="2026-03-23T02:31:13.977" v="53"/>
      <pc:docMkLst>
        <pc:docMk/>
      </pc:docMkLst>
      <pc:sldChg chg="addSp modSp mod setBg">
        <pc:chgData name="Michael Wagg" userId="S::michael.wagg@mail.bcu.ac.uk::1da74f64-59ec-467b-a65c-6317b2e8c8ef" providerId="AD" clId="Web-{4FE26DD5-D8E5-F116-7035-BE6A32986DFB}" dt="2026-03-23T02:30:20.397" v="51"/>
        <pc:sldMkLst>
          <pc:docMk/>
          <pc:sldMk cId="0" sldId="265"/>
        </pc:sldMkLst>
        <pc:spChg chg="mod">
          <ac:chgData name="Michael Wagg" userId="S::michael.wagg@mail.bcu.ac.uk::1da74f64-59ec-467b-a65c-6317b2e8c8ef" providerId="AD" clId="Web-{4FE26DD5-D8E5-F116-7035-BE6A32986DFB}" dt="2026-03-23T02:30:20.397" v="51"/>
          <ac:spMkLst>
            <pc:docMk/>
            <pc:sldMk cId="0" sldId="265"/>
            <ac:spMk id="2" creationId="{00000000-0000-0000-0000-000000000000}"/>
          </ac:spMkLst>
        </pc:spChg>
        <pc:spChg chg="mod">
          <ac:chgData name="Michael Wagg" userId="S::michael.wagg@mail.bcu.ac.uk::1da74f64-59ec-467b-a65c-6317b2e8c8ef" providerId="AD" clId="Web-{4FE26DD5-D8E5-F116-7035-BE6A32986DFB}" dt="2026-03-23T02:30:20.397" v="51"/>
          <ac:spMkLst>
            <pc:docMk/>
            <pc:sldMk cId="0" sldId="265"/>
            <ac:spMk id="3" creationId="{00000000-0000-0000-0000-000000000000}"/>
          </ac:spMkLst>
        </pc:spChg>
        <pc:spChg chg="add">
          <ac:chgData name="Michael Wagg" userId="S::michael.wagg@mail.bcu.ac.uk::1da74f64-59ec-467b-a65c-6317b2e8c8ef" providerId="AD" clId="Web-{4FE26DD5-D8E5-F116-7035-BE6A32986DFB}" dt="2026-03-23T02:30:20.397" v="51"/>
          <ac:spMkLst>
            <pc:docMk/>
            <pc:sldMk cId="0" sldId="265"/>
            <ac:spMk id="8" creationId="{907EF6B7-1338-4443-8C46-6A318D952DFD}"/>
          </ac:spMkLst>
        </pc:spChg>
        <pc:spChg chg="add">
          <ac:chgData name="Michael Wagg" userId="S::michael.wagg@mail.bcu.ac.uk::1da74f64-59ec-467b-a65c-6317b2e8c8ef" providerId="AD" clId="Web-{4FE26DD5-D8E5-F116-7035-BE6A32986DFB}" dt="2026-03-23T02:30:20.397" v="51"/>
          <ac:spMkLst>
            <pc:docMk/>
            <pc:sldMk cId="0" sldId="265"/>
            <ac:spMk id="10" creationId="{DAAE4CDD-124C-4DCF-9584-B6033B545DD5}"/>
          </ac:spMkLst>
        </pc:spChg>
        <pc:spChg chg="add">
          <ac:chgData name="Michael Wagg" userId="S::michael.wagg@mail.bcu.ac.uk::1da74f64-59ec-467b-a65c-6317b2e8c8ef" providerId="AD" clId="Web-{4FE26DD5-D8E5-F116-7035-BE6A32986DFB}" dt="2026-03-23T02:30:20.397" v="51"/>
          <ac:spMkLst>
            <pc:docMk/>
            <pc:sldMk cId="0" sldId="265"/>
            <ac:spMk id="12" creationId="{081E4A58-353D-44AE-B2FC-2A74E2E400F7}"/>
          </ac:spMkLst>
        </pc:spChg>
      </pc:sldChg>
      <pc:sldChg chg="addSp delSp modSp mod setBg">
        <pc:chgData name="Michael Wagg" userId="S::michael.wagg@mail.bcu.ac.uk::1da74f64-59ec-467b-a65c-6317b2e8c8ef" providerId="AD" clId="Web-{4FE26DD5-D8E5-F116-7035-BE6A32986DFB}" dt="2026-03-23T02:31:13.977" v="53"/>
        <pc:sldMkLst>
          <pc:docMk/>
          <pc:sldMk cId="0" sldId="266"/>
        </pc:sldMkLst>
        <pc:spChg chg="mod">
          <ac:chgData name="Michael Wagg" userId="S::michael.wagg@mail.bcu.ac.uk::1da74f64-59ec-467b-a65c-6317b2e8c8ef" providerId="AD" clId="Web-{4FE26DD5-D8E5-F116-7035-BE6A32986DFB}" dt="2026-03-23T02:31:13.977" v="53"/>
          <ac:spMkLst>
            <pc:docMk/>
            <pc:sldMk cId="0" sldId="266"/>
            <ac:spMk id="2" creationId="{00000000-0000-0000-0000-000000000000}"/>
          </ac:spMkLst>
        </pc:spChg>
        <pc:spChg chg="add del">
          <ac:chgData name="Michael Wagg" userId="S::michael.wagg@mail.bcu.ac.uk::1da74f64-59ec-467b-a65c-6317b2e8c8ef" providerId="AD" clId="Web-{4FE26DD5-D8E5-F116-7035-BE6A32986DFB}" dt="2026-03-23T02:31:13.977" v="53"/>
          <ac:spMkLst>
            <pc:docMk/>
            <pc:sldMk cId="0" sldId="266"/>
            <ac:spMk id="3" creationId="{00000000-0000-0000-0000-000000000000}"/>
          </ac:spMkLst>
        </pc:spChg>
        <pc:spChg chg="add del">
          <ac:chgData name="Michael Wagg" userId="S::michael.wagg@mail.bcu.ac.uk::1da74f64-59ec-467b-a65c-6317b2e8c8ef" providerId="AD" clId="Web-{4FE26DD5-D8E5-F116-7035-BE6A32986DFB}" dt="2026-03-23T02:31:13.977" v="53"/>
          <ac:spMkLst>
            <pc:docMk/>
            <pc:sldMk cId="0" sldId="266"/>
            <ac:spMk id="9" creationId="{BACC6370-2D7E-4714-9D71-7542949D7D5D}"/>
          </ac:spMkLst>
        </pc:spChg>
        <pc:spChg chg="add del">
          <ac:chgData name="Michael Wagg" userId="S::michael.wagg@mail.bcu.ac.uk::1da74f64-59ec-467b-a65c-6317b2e8c8ef" providerId="AD" clId="Web-{4FE26DD5-D8E5-F116-7035-BE6A32986DFB}" dt="2026-03-23T02:31:13.977" v="53"/>
          <ac:spMkLst>
            <pc:docMk/>
            <pc:sldMk cId="0" sldId="266"/>
            <ac:spMk id="11" creationId="{F68B3F68-107C-434F-AA38-110D5EA91B85}"/>
          </ac:spMkLst>
        </pc:spChg>
        <pc:spChg chg="add del">
          <ac:chgData name="Michael Wagg" userId="S::michael.wagg@mail.bcu.ac.uk::1da74f64-59ec-467b-a65c-6317b2e8c8ef" providerId="AD" clId="Web-{4FE26DD5-D8E5-F116-7035-BE6A32986DFB}" dt="2026-03-23T02:31:13.977" v="53"/>
          <ac:spMkLst>
            <pc:docMk/>
            <pc:sldMk cId="0" sldId="266"/>
            <ac:spMk id="13" creationId="{AAD0DBB9-1A4B-4391-81D4-CB19F9AB918A}"/>
          </ac:spMkLst>
        </pc:spChg>
        <pc:spChg chg="add del">
          <ac:chgData name="Michael Wagg" userId="S::michael.wagg@mail.bcu.ac.uk::1da74f64-59ec-467b-a65c-6317b2e8c8ef" providerId="AD" clId="Web-{4FE26DD5-D8E5-F116-7035-BE6A32986DFB}" dt="2026-03-23T02:31:13.977" v="53"/>
          <ac:spMkLst>
            <pc:docMk/>
            <pc:sldMk cId="0" sldId="266"/>
            <ac:spMk id="15" creationId="{063BBA22-50EA-4C4D-BE05-F1CE4E63AA56}"/>
          </ac:spMkLst>
        </pc:spChg>
        <pc:graphicFrameChg chg="add del">
          <ac:chgData name="Michael Wagg" userId="S::michael.wagg@mail.bcu.ac.uk::1da74f64-59ec-467b-a65c-6317b2e8c8ef" providerId="AD" clId="Web-{4FE26DD5-D8E5-F116-7035-BE6A32986DFB}" dt="2026-03-23T02:31:13.977" v="53"/>
          <ac:graphicFrameMkLst>
            <pc:docMk/>
            <pc:sldMk cId="0" sldId="266"/>
            <ac:graphicFrameMk id="5" creationId="{8E95D21F-CD3B-25CF-A862-96586DB14CB9}"/>
          </ac:graphicFrameMkLst>
        </pc:graphicFrameChg>
      </pc:sldChg>
    </pc:docChg>
  </pc:docChgLst>
  <pc:docChgLst>
    <pc:chgData name="Michael Wagg" userId="S::michael.wagg@mail.bcu.ac.uk::1da74f64-59ec-467b-a65c-6317b2e8c8ef" providerId="AD" clId="Web-{FA24758B-8DF9-CC64-9614-263B6F871578}"/>
    <pc:docChg chg="modSld">
      <pc:chgData name="Michael Wagg" userId="S::michael.wagg@mail.bcu.ac.uk::1da74f64-59ec-467b-a65c-6317b2e8c8ef" providerId="AD" clId="Web-{FA24758B-8DF9-CC64-9614-263B6F871578}" dt="2026-03-19T10:45:24.268" v="35" actId="20577"/>
      <pc:docMkLst>
        <pc:docMk/>
      </pc:docMkLst>
      <pc:sldChg chg="modSp modNotes">
        <pc:chgData name="Michael Wagg" userId="S::michael.wagg@mail.bcu.ac.uk::1da74f64-59ec-467b-a65c-6317b2e8c8ef" providerId="AD" clId="Web-{FA24758B-8DF9-CC64-9614-263B6F871578}" dt="2026-03-19T10:45:24.268" v="35" actId="20577"/>
        <pc:sldMkLst>
          <pc:docMk/>
          <pc:sldMk cId="0" sldId="265"/>
        </pc:sldMkLst>
        <pc:spChg chg="mod">
          <ac:chgData name="Michael Wagg" userId="S::michael.wagg@mail.bcu.ac.uk::1da74f64-59ec-467b-a65c-6317b2e8c8ef" providerId="AD" clId="Web-{FA24758B-8DF9-CC64-9614-263B6F871578}" dt="2026-03-19T10:27:22.089" v="20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Michael Wagg" userId="S::michael.wagg@mail.bcu.ac.uk::1da74f64-59ec-467b-a65c-6317b2e8c8ef" providerId="AD" clId="Web-{FA24758B-8DF9-CC64-9614-263B6F871578}" dt="2026-03-19T10:45:24.268" v="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Michael Wagg" userId="S::michael.wagg@mail.bcu.ac.uk::1da74f64-59ec-467b-a65c-6317b2e8c8ef" providerId="AD" clId="Web-{FA24758B-8DF9-CC64-9614-263B6F871578}" dt="2026-03-19T10:28:45.037" v="34" actId="20577"/>
        <pc:sldMkLst>
          <pc:docMk/>
          <pc:sldMk cId="0" sldId="266"/>
        </pc:sldMkLst>
        <pc:spChg chg="mod">
          <ac:chgData name="Michael Wagg" userId="S::michael.wagg@mail.bcu.ac.uk::1da74f64-59ec-467b-a65c-6317b2e8c8ef" providerId="AD" clId="Web-{FA24758B-8DF9-CC64-9614-263B6F871578}" dt="2026-03-19T10:28:45.037" v="34" actId="20577"/>
          <ac:spMkLst>
            <pc:docMk/>
            <pc:sldMk cId="0" sldId="266"/>
            <ac:spMk id="2" creationId="{00000000-0000-0000-0000-000000000000}"/>
          </ac:spMkLst>
        </pc:spChg>
      </pc:sldChg>
    </pc:docChg>
  </pc:docChgLst>
  <pc:docChgLst>
    <pc:chgData name="Alex Rush" userId="3553fc2e-875d-4b8e-9341-9209134c3454" providerId="ADAL" clId="{012A4489-4785-400C-8D4E-33C019E47416}"/>
    <pc:docChg chg="undo custSel modSld">
      <pc:chgData name="Alex Rush" userId="3553fc2e-875d-4b8e-9341-9209134c3454" providerId="ADAL" clId="{012A4489-4785-400C-8D4E-33C019E47416}" dt="2026-03-23T12:27:05.151" v="4" actId="26606"/>
      <pc:docMkLst>
        <pc:docMk/>
      </pc:docMkLst>
      <pc:sldChg chg="addSp delSp modSp mod setBg">
        <pc:chgData name="Alex Rush" userId="3553fc2e-875d-4b8e-9341-9209134c3454" providerId="ADAL" clId="{012A4489-4785-400C-8D4E-33C019E47416}" dt="2026-03-23T12:27:05.151" v="4" actId="26606"/>
        <pc:sldMkLst>
          <pc:docMk/>
          <pc:sldMk cId="0" sldId="259"/>
        </pc:sldMkLst>
        <pc:spChg chg="mod">
          <ac:chgData name="Alex Rush" userId="3553fc2e-875d-4b8e-9341-9209134c3454" providerId="ADAL" clId="{012A4489-4785-400C-8D4E-33C019E47416}" dt="2026-03-23T12:27:05.151" v="4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ex Rush" userId="3553fc2e-875d-4b8e-9341-9209134c3454" providerId="ADAL" clId="{012A4489-4785-400C-8D4E-33C019E47416}" dt="2026-03-23T12:27:05.151" v="4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ex Rush" userId="3553fc2e-875d-4b8e-9341-9209134c3454" providerId="ADAL" clId="{012A4489-4785-400C-8D4E-33C019E47416}" dt="2026-03-23T12:27:05.151" v="4" actId="26606"/>
          <ac:spMkLst>
            <pc:docMk/>
            <pc:sldMk cId="0" sldId="259"/>
            <ac:spMk id="9" creationId="{BACC6370-2D7E-4714-9D71-7542949D7D5D}"/>
          </ac:spMkLst>
        </pc:spChg>
        <pc:spChg chg="add">
          <ac:chgData name="Alex Rush" userId="3553fc2e-875d-4b8e-9341-9209134c3454" providerId="ADAL" clId="{012A4489-4785-400C-8D4E-33C019E47416}" dt="2026-03-23T12:27:05.151" v="4" actId="26606"/>
          <ac:spMkLst>
            <pc:docMk/>
            <pc:sldMk cId="0" sldId="259"/>
            <ac:spMk id="11" creationId="{F68B3F68-107C-434F-AA38-110D5EA91B85}"/>
          </ac:spMkLst>
        </pc:spChg>
        <pc:spChg chg="add">
          <ac:chgData name="Alex Rush" userId="3553fc2e-875d-4b8e-9341-9209134c3454" providerId="ADAL" clId="{012A4489-4785-400C-8D4E-33C019E47416}" dt="2026-03-23T12:27:05.151" v="4" actId="26606"/>
          <ac:spMkLst>
            <pc:docMk/>
            <pc:sldMk cId="0" sldId="259"/>
            <ac:spMk id="13" creationId="{AAD0DBB9-1A4B-4391-81D4-CB19F9AB918A}"/>
          </ac:spMkLst>
        </pc:spChg>
        <pc:spChg chg="add">
          <ac:chgData name="Alex Rush" userId="3553fc2e-875d-4b8e-9341-9209134c3454" providerId="ADAL" clId="{012A4489-4785-400C-8D4E-33C019E47416}" dt="2026-03-23T12:27:05.151" v="4" actId="26606"/>
          <ac:spMkLst>
            <pc:docMk/>
            <pc:sldMk cId="0" sldId="259"/>
            <ac:spMk id="15" creationId="{063BBA22-50EA-4C4D-BE05-F1CE4E63AA56}"/>
          </ac:spMkLst>
        </pc:spChg>
        <pc:graphicFrameChg chg="add">
          <ac:chgData name="Alex Rush" userId="3553fc2e-875d-4b8e-9341-9209134c3454" providerId="ADAL" clId="{012A4489-4785-400C-8D4E-33C019E47416}" dt="2026-03-23T12:27:05.151" v="4" actId="26606"/>
          <ac:graphicFrameMkLst>
            <pc:docMk/>
            <pc:sldMk cId="0" sldId="259"/>
            <ac:graphicFrameMk id="5" creationId="{5A0F3759-6E63-A964-DC7F-BAB2DFB9D559}"/>
          </ac:graphicFrameMkLst>
        </pc:graphicFrameChg>
      </pc:sldChg>
    </pc:docChg>
  </pc:docChgLst>
  <pc:docChgLst>
    <pc:chgData name="Michael Wagg" userId="S::michael.wagg@mail.bcu.ac.uk::1da74f64-59ec-467b-a65c-6317b2e8c8ef" providerId="AD" clId="Web-{6822B052-72B7-6D9B-91FB-64D60D2853B5}"/>
    <pc:docChg chg="mod modSld addMainMaster delMainMaster">
      <pc:chgData name="Michael Wagg" userId="S::michael.wagg@mail.bcu.ac.uk::1da74f64-59ec-467b-a65c-6317b2e8c8ef" providerId="AD" clId="Web-{6822B052-72B7-6D9B-91FB-64D60D2853B5}" dt="2026-03-23T02:23:13.703" v="315" actId="20577"/>
      <pc:docMkLst>
        <pc:docMk/>
      </pc:docMkLst>
      <pc:sldChg chg="addSp delSp modSp mod modClrScheme delDesignElem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56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56"/>
            <ac:spMk id="9" creationId="{9B7AD9F6-8CE7-4299-8FC6-328F4DCD3FF9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56"/>
            <ac:spMk id="11" creationId="{F49775AF-8896-43EE-92C6-83497D6DC56F}"/>
          </ac:spMkLst>
        </pc:spChg>
      </pc:sldChg>
      <pc:sldChg chg="addSp delSp modSp mod modClrScheme delDesignElem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58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58"/>
            <ac:spMk id="10" creationId="{B50AB553-2A96-4A92-96F2-93548E096954}"/>
          </ac:spMkLst>
        </pc:spChg>
        <pc:graphicFrameChg chg="mod ord">
          <ac:chgData name="Michael Wagg" userId="S::michael.wagg@mail.bcu.ac.uk::1da74f64-59ec-467b-a65c-6317b2e8c8ef" providerId="AD" clId="Web-{6822B052-72B7-6D9B-91FB-64D60D2853B5}" dt="2026-03-23T00:25:55.290" v="1"/>
          <ac:graphicFrameMkLst>
            <pc:docMk/>
            <pc:sldMk cId="0" sldId="258"/>
            <ac:graphicFrameMk id="5" creationId="{75BB3B50-410F-04B1-DE54-4CC8ACBA963C}"/>
          </ac:graphicFrameMkLst>
        </pc:graphicFrameChg>
      </pc:sldChg>
      <pc:sldChg chg="modSp mod modClrScheme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59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modClrScheme delDesignElem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60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0"/>
            <ac:spMk id="9" creationId="{2EB492CD-616E-47F8-933B-5E2D952A0593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0"/>
            <ac:spMk id="11" creationId="{59383CF9-23B5-4335-9B21-1791C4CF1C75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0"/>
            <ac:spMk id="13" creationId="{0007FE00-9498-4706-B255-6437B0252C02}"/>
          </ac:spMkLst>
        </pc:spChg>
      </pc:sldChg>
      <pc:sldChg chg="modSp mod modClrScheme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61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 modClrScheme delDesignElem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62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2"/>
            <ac:spMk id="8" creationId="{100EDD19-6802-4EC3-95CE-CFFAB042CFD6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2"/>
            <ac:spMk id="10" creationId="{DB17E863-922E-4C26-BD64-E8FD41D28661}"/>
          </ac:spMkLst>
        </pc:spChg>
      </pc:sldChg>
      <pc:sldChg chg="modSp mod modClrScheme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63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 modClrScheme delDesignElem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64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4"/>
            <ac:spMk id="10" creationId="{13844EE9-2895-4B7B-A445-00BA91721BDF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4"/>
            <ac:spMk id="12" creationId="{97B03642-7722-4B15-897F-76918F86B8FB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4"/>
            <ac:spMk id="14" creationId="{6068EAC2-2623-4156-A990-D776FF9BF493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4"/>
            <ac:spMk id="16" creationId="{4C707BC9-731A-490A-AF25-6F349FD9B02F}"/>
          </ac:spMkLst>
        </pc:spChg>
        <pc:spChg chg="add del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4"/>
            <ac:spMk id="18" creationId="{3FD7C480-AC7D-4FEE-BB95-EEE23BB3E693}"/>
          </ac:spMkLst>
        </pc:spChg>
      </pc:sldChg>
      <pc:sldChg chg="modSp mod modClrScheme chgLayout">
        <pc:chgData name="Michael Wagg" userId="S::michael.wagg@mail.bcu.ac.uk::1da74f64-59ec-467b-a65c-6317b2e8c8ef" providerId="AD" clId="Web-{6822B052-72B7-6D9B-91FB-64D60D2853B5}" dt="2026-03-23T02:23:13.703" v="315" actId="20577"/>
        <pc:sldMkLst>
          <pc:docMk/>
          <pc:sldMk cId="0" sldId="265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2:23:13.703" v="31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 modClrScheme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66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6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6"/>
            <ac:spMk id="3" creationId="{00000000-0000-0000-0000-000000000000}"/>
          </ac:spMkLst>
        </pc:spChg>
      </pc:sldChg>
      <pc:sldChg chg="modSp mod modClrScheme chgLayout">
        <pc:chgData name="Michael Wagg" userId="S::michael.wagg@mail.bcu.ac.uk::1da74f64-59ec-467b-a65c-6317b2e8c8ef" providerId="AD" clId="Web-{6822B052-72B7-6D9B-91FB-64D60D2853B5}" dt="2026-03-23T00:25:55.290" v="1"/>
        <pc:sldMkLst>
          <pc:docMk/>
          <pc:sldMk cId="0" sldId="268"/>
        </pc:sldMkLst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Michael Wagg" userId="S::michael.wagg@mail.bcu.ac.uk::1da74f64-59ec-467b-a65c-6317b2e8c8ef" providerId="AD" clId="Web-{6822B052-72B7-6D9B-91FB-64D60D2853B5}" dt="2026-03-23T00:25:55.290" v="1"/>
          <ac:spMkLst>
            <pc:docMk/>
            <pc:sldMk cId="0" sldId="268"/>
            <ac:spMk id="3" creationId="{00000000-0000-0000-0000-000000000000}"/>
          </ac:spMkLst>
        </pc:spChg>
      </pc:sldChg>
      <pc:sldMasterChg chg="add del addSldLayout delSldLayout">
        <pc:chgData name="Michael Wagg" userId="S::michael.wagg@mail.bcu.ac.uk::1da74f64-59ec-467b-a65c-6317b2e8c8ef" providerId="AD" clId="Web-{6822B052-72B7-6D9B-91FB-64D60D2853B5}" dt="2026-03-23T00:25:55.290" v="1"/>
        <pc:sldMasterMkLst>
          <pc:docMk/>
          <pc:sldMasterMk cId="2209977519" sldId="2147483648"/>
        </pc:sldMasterMkLst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3168075583" sldId="2147483649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2614314258" sldId="2147483650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960648375" sldId="2147483651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2782244947" sldId="2147483652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990158736" sldId="2147483653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727027711" sldId="2147483654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1212999818" sldId="2147483655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1840726560" sldId="2147483656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3889236939" sldId="2147483657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2910927964" sldId="2147483658"/>
          </pc:sldLayoutMkLst>
        </pc:sldLayoutChg>
        <pc:sldLayoutChg chg="add del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del addSldLayout delSldLayout modSldLayout">
        <pc:chgData name="Michael Wagg" userId="S::michael.wagg@mail.bcu.ac.uk::1da74f64-59ec-467b-a65c-6317b2e8c8ef" providerId="AD" clId="Web-{6822B052-72B7-6D9B-91FB-64D60D2853B5}" dt="2026-03-23T00:25:55.290" v="1"/>
        <pc:sldMasterMkLst>
          <pc:docMk/>
          <pc:sldMasterMk cId="2679512993" sldId="2147483660"/>
        </pc:sldMasterMkLst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64492390" sldId="2147483661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344941354" sldId="2147483662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1653853855" sldId="2147483663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2189479582" sldId="2147483664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1323984796" sldId="2147483665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235916720" sldId="2147483666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3369071705" sldId="2147483667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3552302287" sldId="2147483668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2048002637" sldId="2147483669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996869551" sldId="2147483670"/>
          </pc:sldLayoutMkLst>
        </pc:sldLayoutChg>
        <pc:sldLayoutChg chg="add del mod replId">
          <pc:chgData name="Michael Wagg" userId="S::michael.wagg@mail.bcu.ac.uk::1da74f64-59ec-467b-a65c-6317b2e8c8ef" providerId="AD" clId="Web-{6822B052-72B7-6D9B-91FB-64D60D2853B5}" dt="2026-03-23T00:25:55.290" v="1"/>
          <pc:sldLayoutMkLst>
            <pc:docMk/>
            <pc:sldMasterMk cId="2679512993" sldId="2147483660"/>
            <pc:sldLayoutMk cId="914578784" sldId="2147483671"/>
          </pc:sldLayoutMkLst>
        </pc:sldLayoutChg>
      </pc:sldMasterChg>
    </pc:docChg>
  </pc:docChgLst>
  <pc:docChgLst>
    <pc:chgData name="Michael Wagg" userId="S::michael.wagg@mail.bcu.ac.uk::1da74f64-59ec-467b-a65c-6317b2e8c8ef" providerId="AD" clId="Web-{4AA77753-3CC1-554B-B1AB-3575FEBCB502}"/>
    <pc:docChg chg="delSld modSld">
      <pc:chgData name="Michael Wagg" userId="S::michael.wagg@mail.bcu.ac.uk::1da74f64-59ec-467b-a65c-6317b2e8c8ef" providerId="AD" clId="Web-{4AA77753-3CC1-554B-B1AB-3575FEBCB502}" dt="2026-03-23T12:47:16.605" v="445"/>
      <pc:docMkLst>
        <pc:docMk/>
      </pc:docMkLst>
      <pc:sldChg chg="del">
        <pc:chgData name="Michael Wagg" userId="S::michael.wagg@mail.bcu.ac.uk::1da74f64-59ec-467b-a65c-6317b2e8c8ef" providerId="AD" clId="Web-{4AA77753-3CC1-554B-B1AB-3575FEBCB502}" dt="2026-03-23T12:33:35.861" v="439"/>
        <pc:sldMkLst>
          <pc:docMk/>
          <pc:sldMk cId="0" sldId="257"/>
        </pc:sldMkLst>
      </pc:sldChg>
      <pc:sldChg chg="addSp delSp modSp mod setBg">
        <pc:chgData name="Michael Wagg" userId="S::michael.wagg@mail.bcu.ac.uk::1da74f64-59ec-467b-a65c-6317b2e8c8ef" providerId="AD" clId="Web-{4AA77753-3CC1-554B-B1AB-3575FEBCB502}" dt="2026-03-23T11:40:28.614" v="3"/>
        <pc:sldMkLst>
          <pc:docMk/>
          <pc:sldMk cId="0" sldId="261"/>
        </pc:sldMkLst>
        <pc:spChg chg="mod">
          <ac:chgData name="Michael Wagg" userId="S::michael.wagg@mail.bcu.ac.uk::1da74f64-59ec-467b-a65c-6317b2e8c8ef" providerId="AD" clId="Web-{4AA77753-3CC1-554B-B1AB-3575FEBCB502}" dt="2026-03-23T11:40:28.614" v="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ichael Wagg" userId="S::michael.wagg@mail.bcu.ac.uk::1da74f64-59ec-467b-a65c-6317b2e8c8ef" providerId="AD" clId="Web-{4AA77753-3CC1-554B-B1AB-3575FEBCB502}" dt="2026-03-23T11:40:28.614" v="3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Michael Wagg" userId="S::michael.wagg@mail.bcu.ac.uk::1da74f64-59ec-467b-a65c-6317b2e8c8ef" providerId="AD" clId="Web-{4AA77753-3CC1-554B-B1AB-3575FEBCB502}" dt="2026-03-23T11:40:28.614" v="3"/>
          <ac:spMkLst>
            <pc:docMk/>
            <pc:sldMk cId="0" sldId="261"/>
            <ac:spMk id="8" creationId="{389575E1-3389-451A-A5F7-27854C25C599}"/>
          </ac:spMkLst>
        </pc:spChg>
        <pc:spChg chg="add del">
          <ac:chgData name="Michael Wagg" userId="S::michael.wagg@mail.bcu.ac.uk::1da74f64-59ec-467b-a65c-6317b2e8c8ef" providerId="AD" clId="Web-{4AA77753-3CC1-554B-B1AB-3575FEBCB502}" dt="2026-03-23T11:40:28.614" v="3"/>
          <ac:spMkLst>
            <pc:docMk/>
            <pc:sldMk cId="0" sldId="261"/>
            <ac:spMk id="10" creationId="{A53CCC5C-D88E-40FB-B30B-23DCDBD01D37}"/>
          </ac:spMkLst>
        </pc:spChg>
        <pc:spChg chg="add del">
          <ac:chgData name="Michael Wagg" userId="S::michael.wagg@mail.bcu.ac.uk::1da74f64-59ec-467b-a65c-6317b2e8c8ef" providerId="AD" clId="Web-{4AA77753-3CC1-554B-B1AB-3575FEBCB502}" dt="2026-03-23T11:40:28.614" v="3"/>
          <ac:spMkLst>
            <pc:docMk/>
            <pc:sldMk cId="0" sldId="261"/>
            <ac:spMk id="12" creationId="{081E4A58-353D-44AE-B2FC-2A74E2E400F7}"/>
          </ac:spMkLst>
        </pc:spChg>
      </pc:sldChg>
      <pc:sldChg chg="modSp">
        <pc:chgData name="Michael Wagg" userId="S::michael.wagg@mail.bcu.ac.uk::1da74f64-59ec-467b-a65c-6317b2e8c8ef" providerId="AD" clId="Web-{4AA77753-3CC1-554B-B1AB-3575FEBCB502}" dt="2026-03-23T12:10:32.525" v="92" actId="20577"/>
        <pc:sldMkLst>
          <pc:docMk/>
          <pc:sldMk cId="0" sldId="265"/>
        </pc:sldMkLst>
        <pc:spChg chg="mod">
          <ac:chgData name="Michael Wagg" userId="S::michael.wagg@mail.bcu.ac.uk::1da74f64-59ec-467b-a65c-6317b2e8c8ef" providerId="AD" clId="Web-{4AA77753-3CC1-554B-B1AB-3575FEBCB502}" dt="2026-03-23T12:10:32.525" v="92" actId="20577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mod setBg modNotes">
        <pc:chgData name="Michael Wagg" userId="S::michael.wagg@mail.bcu.ac.uk::1da74f64-59ec-467b-a65c-6317b2e8c8ef" providerId="AD" clId="Web-{4AA77753-3CC1-554B-B1AB-3575FEBCB502}" dt="2026-03-23T12:47:16.605" v="445"/>
        <pc:sldMkLst>
          <pc:docMk/>
          <pc:sldMk cId="0" sldId="266"/>
        </pc:sldMkLst>
        <pc:spChg chg="mod">
          <ac:chgData name="Michael Wagg" userId="S::michael.wagg@mail.bcu.ac.uk::1da74f64-59ec-467b-a65c-6317b2e8c8ef" providerId="AD" clId="Web-{4AA77753-3CC1-554B-B1AB-3575FEBCB502}" dt="2026-03-23T11:39:52.957" v="1"/>
          <ac:spMkLst>
            <pc:docMk/>
            <pc:sldMk cId="0" sldId="266"/>
            <ac:spMk id="2" creationId="{00000000-0000-0000-0000-000000000000}"/>
          </ac:spMkLst>
        </pc:spChg>
        <pc:spChg chg="del">
          <ac:chgData name="Michael Wagg" userId="S::michael.wagg@mail.bcu.ac.uk::1da74f64-59ec-467b-a65c-6317b2e8c8ef" providerId="AD" clId="Web-{4AA77753-3CC1-554B-B1AB-3575FEBCB502}" dt="2026-03-23T11:39:52.957" v="1"/>
          <ac:spMkLst>
            <pc:docMk/>
            <pc:sldMk cId="0" sldId="266"/>
            <ac:spMk id="3" creationId="{00000000-0000-0000-0000-000000000000}"/>
          </ac:spMkLst>
        </pc:spChg>
        <pc:spChg chg="add">
          <ac:chgData name="Michael Wagg" userId="S::michael.wagg@mail.bcu.ac.uk::1da74f64-59ec-467b-a65c-6317b2e8c8ef" providerId="AD" clId="Web-{4AA77753-3CC1-554B-B1AB-3575FEBCB502}" dt="2026-03-23T11:39:52.957" v="1"/>
          <ac:spMkLst>
            <pc:docMk/>
            <pc:sldMk cId="0" sldId="266"/>
            <ac:spMk id="6" creationId="{35DB3719-6FDC-4E5D-891D-FF40B7300F64}"/>
          </ac:spMkLst>
        </pc:spChg>
        <pc:spChg chg="add">
          <ac:chgData name="Michael Wagg" userId="S::michael.wagg@mail.bcu.ac.uk::1da74f64-59ec-467b-a65c-6317b2e8c8ef" providerId="AD" clId="Web-{4AA77753-3CC1-554B-B1AB-3575FEBCB502}" dt="2026-03-23T11:39:52.957" v="1"/>
          <ac:spMkLst>
            <pc:docMk/>
            <pc:sldMk cId="0" sldId="266"/>
            <ac:spMk id="7" creationId="{E0CBAC23-2E3F-4A90-BA59-F8299F6A5439}"/>
          </ac:spMkLst>
        </pc:spChg>
        <pc:graphicFrameChg chg="add mod modGraphic">
          <ac:chgData name="Michael Wagg" userId="S::michael.wagg@mail.bcu.ac.uk::1da74f64-59ec-467b-a65c-6317b2e8c8ef" providerId="AD" clId="Web-{4AA77753-3CC1-554B-B1AB-3575FEBCB502}" dt="2026-03-23T12:47:02.167" v="443" actId="1076"/>
          <ac:graphicFrameMkLst>
            <pc:docMk/>
            <pc:sldMk cId="0" sldId="266"/>
            <ac:graphicFrameMk id="8" creationId="{878D64F5-4A44-35D6-4558-BB2B6A8C4168}"/>
          </ac:graphicFrameMkLst>
        </pc:graphicFrameChg>
      </pc:sldChg>
      <pc:sldChg chg="addSp modSp mod setBg">
        <pc:chgData name="Michael Wagg" userId="S::michael.wagg@mail.bcu.ac.uk::1da74f64-59ec-467b-a65c-6317b2e8c8ef" providerId="AD" clId="Web-{4AA77753-3CC1-554B-B1AB-3575FEBCB502}" dt="2026-03-23T11:39:30.238" v="0"/>
        <pc:sldMkLst>
          <pc:docMk/>
          <pc:sldMk cId="0" sldId="268"/>
        </pc:sldMkLst>
        <pc:spChg chg="mod">
          <ac:chgData name="Michael Wagg" userId="S::michael.wagg@mail.bcu.ac.uk::1da74f64-59ec-467b-a65c-6317b2e8c8ef" providerId="AD" clId="Web-{4AA77753-3CC1-554B-B1AB-3575FEBCB502}" dt="2026-03-23T11:39:30.238" v="0"/>
          <ac:spMkLst>
            <pc:docMk/>
            <pc:sldMk cId="0" sldId="268"/>
            <ac:spMk id="2" creationId="{00000000-0000-0000-0000-000000000000}"/>
          </ac:spMkLst>
        </pc:spChg>
        <pc:spChg chg="mod">
          <ac:chgData name="Michael Wagg" userId="S::michael.wagg@mail.bcu.ac.uk::1da74f64-59ec-467b-a65c-6317b2e8c8ef" providerId="AD" clId="Web-{4AA77753-3CC1-554B-B1AB-3575FEBCB502}" dt="2026-03-23T11:39:30.238" v="0"/>
          <ac:spMkLst>
            <pc:docMk/>
            <pc:sldMk cId="0" sldId="268"/>
            <ac:spMk id="3" creationId="{00000000-0000-0000-0000-000000000000}"/>
          </ac:spMkLst>
        </pc:spChg>
        <pc:spChg chg="add">
          <ac:chgData name="Michael Wagg" userId="S::michael.wagg@mail.bcu.ac.uk::1da74f64-59ec-467b-a65c-6317b2e8c8ef" providerId="AD" clId="Web-{4AA77753-3CC1-554B-B1AB-3575FEBCB502}" dt="2026-03-23T11:39:30.238" v="0"/>
          <ac:spMkLst>
            <pc:docMk/>
            <pc:sldMk cId="0" sldId="268"/>
            <ac:spMk id="9" creationId="{C0763A76-9F1C-4FC5-82B7-DD475DA461B2}"/>
          </ac:spMkLst>
        </pc:spChg>
        <pc:spChg chg="add">
          <ac:chgData name="Michael Wagg" userId="S::michael.wagg@mail.bcu.ac.uk::1da74f64-59ec-467b-a65c-6317b2e8c8ef" providerId="AD" clId="Web-{4AA77753-3CC1-554B-B1AB-3575FEBCB502}" dt="2026-03-23T11:39:30.238" v="0"/>
          <ac:spMkLst>
            <pc:docMk/>
            <pc:sldMk cId="0" sldId="268"/>
            <ac:spMk id="11" creationId="{E81BF4F6-F2CF-4984-9D14-D6966D92F99F}"/>
          </ac:spMkLst>
        </pc:spChg>
        <pc:picChg chg="add">
          <ac:chgData name="Michael Wagg" userId="S::michael.wagg@mail.bcu.ac.uk::1da74f64-59ec-467b-a65c-6317b2e8c8ef" providerId="AD" clId="Web-{4AA77753-3CC1-554B-B1AB-3575FEBCB502}" dt="2026-03-23T11:39:30.238" v="0"/>
          <ac:picMkLst>
            <pc:docMk/>
            <pc:sldMk cId="0" sldId="268"/>
            <ac:picMk id="5" creationId="{786B4239-F309-FD58-D00B-17FE8FA28089}"/>
          </ac:picMkLst>
        </pc:picChg>
      </pc:sldChg>
    </pc:docChg>
  </pc:docChgLst>
  <pc:docChgLst>
    <pc:chgData name="Michael Wagg" userId="S::michael.wagg@mail.bcu.ac.uk::1da74f64-59ec-467b-a65c-6317b2e8c8ef" providerId="AD" clId="Web-{407DA6BD-5313-DB0D-A3BA-CA4A655E5946}"/>
    <pc:docChg chg="modSld">
      <pc:chgData name="Michael Wagg" userId="S::michael.wagg@mail.bcu.ac.uk::1da74f64-59ec-467b-a65c-6317b2e8c8ef" providerId="AD" clId="Web-{407DA6BD-5313-DB0D-A3BA-CA4A655E5946}" dt="2026-03-23T11:12:15.431" v="6" actId="20577"/>
      <pc:docMkLst>
        <pc:docMk/>
      </pc:docMkLst>
      <pc:sldChg chg="modSp">
        <pc:chgData name="Michael Wagg" userId="S::michael.wagg@mail.bcu.ac.uk::1da74f64-59ec-467b-a65c-6317b2e8c8ef" providerId="AD" clId="Web-{407DA6BD-5313-DB0D-A3BA-CA4A655E5946}" dt="2026-03-23T11:12:15.431" v="6" actId="20577"/>
        <pc:sldMkLst>
          <pc:docMk/>
          <pc:sldMk cId="0" sldId="265"/>
        </pc:sldMkLst>
        <pc:spChg chg="mod">
          <ac:chgData name="Michael Wagg" userId="S::michael.wagg@mail.bcu.ac.uk::1da74f64-59ec-467b-a65c-6317b2e8c8ef" providerId="AD" clId="Web-{407DA6BD-5313-DB0D-A3BA-CA4A655E5946}" dt="2026-03-23T11:12:15.431" v="6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Alex Rush" userId="S::alex.rush@mail.bcu.ac.uk::3553fc2e-875d-4b8e-9341-9209134c3454" providerId="AD" clId="Web-{EF3D73CC-9CF4-33F2-F189-AA56A298FCBB}"/>
    <pc:docChg chg="delSld modSld">
      <pc:chgData name="Alex Rush" userId="S::alex.rush@mail.bcu.ac.uk::3553fc2e-875d-4b8e-9341-9209134c3454" providerId="AD" clId="Web-{EF3D73CC-9CF4-33F2-F189-AA56A298FCBB}" dt="2026-03-19T10:25:07.324" v="81" actId="20577"/>
      <pc:docMkLst>
        <pc:docMk/>
      </pc:docMkLst>
      <pc:sldChg chg="addSp modSp mod setBg">
        <pc:chgData name="Alex Rush" userId="S::alex.rush@mail.bcu.ac.uk::3553fc2e-875d-4b8e-9341-9209134c3454" providerId="AD" clId="Web-{EF3D73CC-9CF4-33F2-F189-AA56A298FCBB}" dt="2026-03-19T10:21:55.071" v="14"/>
        <pc:sldMkLst>
          <pc:docMk/>
          <pc:sldMk cId="0" sldId="256"/>
        </pc:sldMkLst>
        <pc:spChg chg="mod">
          <ac:chgData name="Alex Rush" userId="S::alex.rush@mail.bcu.ac.uk::3553fc2e-875d-4b8e-9341-9209134c3454" providerId="AD" clId="Web-{EF3D73CC-9CF4-33F2-F189-AA56A298FCBB}" dt="2026-03-19T10:21:55.071" v="14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ex Rush" userId="S::alex.rush@mail.bcu.ac.uk::3553fc2e-875d-4b8e-9341-9209134c3454" providerId="AD" clId="Web-{EF3D73CC-9CF4-33F2-F189-AA56A298FCBB}" dt="2026-03-19T10:21:55.071" v="14"/>
          <ac:spMkLst>
            <pc:docMk/>
            <pc:sldMk cId="0" sldId="256"/>
            <ac:spMk id="3" creationId="{00000000-0000-0000-0000-000000000000}"/>
          </ac:spMkLst>
        </pc:spChg>
        <pc:picChg chg="add">
          <ac:chgData name="Alex Rush" userId="S::alex.rush@mail.bcu.ac.uk::3553fc2e-875d-4b8e-9341-9209134c3454" providerId="AD" clId="Web-{EF3D73CC-9CF4-33F2-F189-AA56A298FCBB}" dt="2026-03-19T10:21:55.071" v="14"/>
          <ac:picMkLst>
            <pc:docMk/>
            <pc:sldMk cId="0" sldId="256"/>
            <ac:picMk id="5" creationId="{E3A103CE-5E7D-C568-3BA4-18F29C161745}"/>
          </ac:picMkLst>
        </pc:picChg>
      </pc:sldChg>
      <pc:sldChg chg="modSp">
        <pc:chgData name="Alex Rush" userId="S::alex.rush@mail.bcu.ac.uk::3553fc2e-875d-4b8e-9341-9209134c3454" providerId="AD" clId="Web-{EF3D73CC-9CF4-33F2-F189-AA56A298FCBB}" dt="2026-03-19T10:24:43.589" v="71" actId="20577"/>
        <pc:sldMkLst>
          <pc:docMk/>
          <pc:sldMk cId="0" sldId="260"/>
        </pc:sldMkLst>
        <pc:spChg chg="mod">
          <ac:chgData name="Alex Rush" userId="S::alex.rush@mail.bcu.ac.uk::3553fc2e-875d-4b8e-9341-9209134c3454" providerId="AD" clId="Web-{EF3D73CC-9CF4-33F2-F189-AA56A298FCBB}" dt="2026-03-19T10:24:43.589" v="71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Alex Rush" userId="S::alex.rush@mail.bcu.ac.uk::3553fc2e-875d-4b8e-9341-9209134c3454" providerId="AD" clId="Web-{EF3D73CC-9CF4-33F2-F189-AA56A298FCBB}" dt="2026-03-19T10:24:51.574" v="76" actId="20577"/>
        <pc:sldMkLst>
          <pc:docMk/>
          <pc:sldMk cId="0" sldId="261"/>
        </pc:sldMkLst>
        <pc:spChg chg="mod">
          <ac:chgData name="Alex Rush" userId="S::alex.rush@mail.bcu.ac.uk::3553fc2e-875d-4b8e-9341-9209134c3454" providerId="AD" clId="Web-{EF3D73CC-9CF4-33F2-F189-AA56A298FCBB}" dt="2026-03-19T10:24:51.574" v="76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Alex Rush" userId="S::alex.rush@mail.bcu.ac.uk::3553fc2e-875d-4b8e-9341-9209134c3454" providerId="AD" clId="Web-{EF3D73CC-9CF4-33F2-F189-AA56A298FCBB}" dt="2026-03-19T10:25:07.324" v="81" actId="20577"/>
        <pc:sldMkLst>
          <pc:docMk/>
          <pc:sldMk cId="0" sldId="262"/>
        </pc:sldMkLst>
        <pc:spChg chg="mod">
          <ac:chgData name="Alex Rush" userId="S::alex.rush@mail.bcu.ac.uk::3553fc2e-875d-4b8e-9341-9209134c3454" providerId="AD" clId="Web-{EF3D73CC-9CF4-33F2-F189-AA56A298FCBB}" dt="2026-03-19T10:25:07.324" v="81" actId="20577"/>
          <ac:spMkLst>
            <pc:docMk/>
            <pc:sldMk cId="0" sldId="262"/>
            <ac:spMk id="2" creationId="{00000000-0000-0000-0000-000000000000}"/>
          </ac:spMkLst>
        </pc:spChg>
      </pc:sldChg>
    </pc:docChg>
  </pc:docChgLst>
  <pc:docChgLst>
    <pc:chgData name="Juzer Pakawala" userId="S::juzer.pakawala@mail.bcu.ac.uk::842be03f-c95a-45bc-b32e-a45f3de160d6" providerId="AD" clId="Web-{12A8FF4A-11C2-80D7-F74F-0290DAD5F769}"/>
    <pc:docChg chg="modSld">
      <pc:chgData name="Juzer Pakawala" userId="S::juzer.pakawala@mail.bcu.ac.uk::842be03f-c95a-45bc-b32e-a45f3de160d6" providerId="AD" clId="Web-{12A8FF4A-11C2-80D7-F74F-0290DAD5F769}" dt="2026-03-23T11:30:56.895" v="6" actId="20577"/>
      <pc:docMkLst>
        <pc:docMk/>
      </pc:docMkLst>
      <pc:sldChg chg="modSp">
        <pc:chgData name="Juzer Pakawala" userId="S::juzer.pakawala@mail.bcu.ac.uk::842be03f-c95a-45bc-b32e-a45f3de160d6" providerId="AD" clId="Web-{12A8FF4A-11C2-80D7-F74F-0290DAD5F769}" dt="2026-03-23T11:30:56.895" v="6" actId="20577"/>
        <pc:sldMkLst>
          <pc:docMk/>
          <pc:sldMk cId="0" sldId="261"/>
        </pc:sldMkLst>
        <pc:spChg chg="mod">
          <ac:chgData name="Juzer Pakawala" userId="S::juzer.pakawala@mail.bcu.ac.uk::842be03f-c95a-45bc-b32e-a45f3de160d6" providerId="AD" clId="Web-{12A8FF4A-11C2-80D7-F74F-0290DAD5F769}" dt="2026-03-23T11:30:56.895" v="6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98DF0B-BDAE-469C-8424-8A2E17BB681D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10E667-24A1-4911-9C10-9BA1FD3960D2}">
      <dgm:prSet/>
      <dgm:spPr/>
      <dgm:t>
        <a:bodyPr/>
        <a:lstStyle/>
        <a:p>
          <a:r>
            <a:rPr lang="en-US"/>
            <a:t>Predict Ranked Solo/Duo match outcome (blue_side_win)</a:t>
          </a:r>
        </a:p>
      </dgm:t>
    </dgm:pt>
    <dgm:pt modelId="{7CB81030-B629-49DD-8F94-AC2886E124EC}" type="parTrans" cxnId="{E5CE8FFC-8182-454B-B0B3-3DCCCDA09D9C}">
      <dgm:prSet/>
      <dgm:spPr/>
      <dgm:t>
        <a:bodyPr/>
        <a:lstStyle/>
        <a:p>
          <a:endParaRPr lang="en-US"/>
        </a:p>
      </dgm:t>
    </dgm:pt>
    <dgm:pt modelId="{D502DF65-5C82-4B05-A429-A3E9BD2E0B61}" type="sibTrans" cxnId="{E5CE8FFC-8182-454B-B0B3-3DCCCDA09D9C}">
      <dgm:prSet/>
      <dgm:spPr/>
      <dgm:t>
        <a:bodyPr/>
        <a:lstStyle/>
        <a:p>
          <a:endParaRPr lang="en-US"/>
        </a:p>
      </dgm:t>
    </dgm:pt>
    <dgm:pt modelId="{9579B18E-4CF8-4EBB-8B4F-633708F9FD2A}">
      <dgm:prSet/>
      <dgm:spPr/>
      <dgm:t>
        <a:bodyPr/>
        <a:lstStyle/>
        <a:p>
          <a:r>
            <a:rPr lang="en-US"/>
            <a:t>Use champion draft only</a:t>
          </a:r>
        </a:p>
      </dgm:t>
    </dgm:pt>
    <dgm:pt modelId="{509FEED3-85DE-42B1-A70A-AEA8C22FA6F5}" type="parTrans" cxnId="{D391447D-9A5F-49B7-B630-82B41E1F119B}">
      <dgm:prSet/>
      <dgm:spPr/>
      <dgm:t>
        <a:bodyPr/>
        <a:lstStyle/>
        <a:p>
          <a:endParaRPr lang="en-US"/>
        </a:p>
      </dgm:t>
    </dgm:pt>
    <dgm:pt modelId="{9D4652E0-D89B-4447-918A-416BED6B9525}" type="sibTrans" cxnId="{D391447D-9A5F-49B7-B630-82B41E1F119B}">
      <dgm:prSet/>
      <dgm:spPr/>
      <dgm:t>
        <a:bodyPr/>
        <a:lstStyle/>
        <a:p>
          <a:endParaRPr lang="en-US"/>
        </a:p>
      </dgm:t>
    </dgm:pt>
    <dgm:pt modelId="{1E817EFF-A565-4440-B261-137DEBCBD1BE}">
      <dgm:prSet/>
      <dgm:spPr/>
      <dgm:t>
        <a:bodyPr/>
        <a:lstStyle/>
        <a:p>
          <a:r>
            <a:rPr lang="en-GB"/>
            <a:t>Can be used to teach newer players the best team comps and strategies.</a:t>
          </a:r>
          <a:endParaRPr lang="en-US"/>
        </a:p>
      </dgm:t>
    </dgm:pt>
    <dgm:pt modelId="{14A27F7F-AC4F-498F-9BE3-B59BC747381F}" type="parTrans" cxnId="{232282E3-E7D4-44B6-B5FE-EF1EA2E366C4}">
      <dgm:prSet/>
      <dgm:spPr/>
      <dgm:t>
        <a:bodyPr/>
        <a:lstStyle/>
        <a:p>
          <a:endParaRPr lang="en-US"/>
        </a:p>
      </dgm:t>
    </dgm:pt>
    <dgm:pt modelId="{5745A27F-796F-4A8E-A800-016CBD2AB85D}" type="sibTrans" cxnId="{232282E3-E7D4-44B6-B5FE-EF1EA2E366C4}">
      <dgm:prSet/>
      <dgm:spPr/>
      <dgm:t>
        <a:bodyPr/>
        <a:lstStyle/>
        <a:p>
          <a:endParaRPr lang="en-US"/>
        </a:p>
      </dgm:t>
    </dgm:pt>
    <dgm:pt modelId="{FC237B09-EE98-453C-BAD5-4F52A9AA5ABD}">
      <dgm:prSet/>
      <dgm:spPr/>
      <dgm:t>
        <a:bodyPr/>
        <a:lstStyle/>
        <a:p>
          <a:r>
            <a:rPr lang="en-GB"/>
            <a:t>Can provide insight to game developers for any balancing issues.</a:t>
          </a:r>
          <a:endParaRPr lang="en-US"/>
        </a:p>
      </dgm:t>
    </dgm:pt>
    <dgm:pt modelId="{F1479B2C-3768-4728-A88D-4329C25B439F}" type="parTrans" cxnId="{57E8A1B5-4CD5-4920-B0E4-552B74ED4505}">
      <dgm:prSet/>
      <dgm:spPr/>
      <dgm:t>
        <a:bodyPr/>
        <a:lstStyle/>
        <a:p>
          <a:endParaRPr lang="en-US"/>
        </a:p>
      </dgm:t>
    </dgm:pt>
    <dgm:pt modelId="{AFFC7C2E-F3F7-4E4F-83A3-3E33E2B98FF5}" type="sibTrans" cxnId="{57E8A1B5-4CD5-4920-B0E4-552B74ED4505}">
      <dgm:prSet/>
      <dgm:spPr/>
      <dgm:t>
        <a:bodyPr/>
        <a:lstStyle/>
        <a:p>
          <a:endParaRPr lang="en-US"/>
        </a:p>
      </dgm:t>
    </dgm:pt>
    <dgm:pt modelId="{0F379B6D-6C0D-490F-B859-72D69D713AD0}" type="pres">
      <dgm:prSet presAssocID="{E798DF0B-BDAE-469C-8424-8A2E17BB681D}" presName="matrix" presStyleCnt="0">
        <dgm:presLayoutVars>
          <dgm:chMax val="1"/>
          <dgm:dir/>
          <dgm:resizeHandles val="exact"/>
        </dgm:presLayoutVars>
      </dgm:prSet>
      <dgm:spPr/>
    </dgm:pt>
    <dgm:pt modelId="{206607CE-8D16-46D3-BFBF-4A7D8016993B}" type="pres">
      <dgm:prSet presAssocID="{E798DF0B-BDAE-469C-8424-8A2E17BB681D}" presName="diamond" presStyleLbl="bgShp" presStyleIdx="0" presStyleCnt="1"/>
      <dgm:spPr/>
    </dgm:pt>
    <dgm:pt modelId="{76465366-AA15-4D6E-9397-B46C5E59B64C}" type="pres">
      <dgm:prSet presAssocID="{E798DF0B-BDAE-469C-8424-8A2E17BB681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E5A591C-A442-42DE-9B8D-15B2F7F48AEB}" type="pres">
      <dgm:prSet presAssocID="{E798DF0B-BDAE-469C-8424-8A2E17BB681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9B865AB-1F91-4BE2-922C-39D744B4D5FF}" type="pres">
      <dgm:prSet presAssocID="{E798DF0B-BDAE-469C-8424-8A2E17BB681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537BFA7-A403-4FD3-86E7-066AC1633EED}" type="pres">
      <dgm:prSet presAssocID="{E798DF0B-BDAE-469C-8424-8A2E17BB681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9972132-E260-4CD2-B6DB-8AF6FE1B68F9}" type="presOf" srcId="{FC237B09-EE98-453C-BAD5-4F52A9AA5ABD}" destId="{7537BFA7-A403-4FD3-86E7-066AC1633EED}" srcOrd="0" destOrd="0" presId="urn:microsoft.com/office/officeart/2005/8/layout/matrix3"/>
    <dgm:cxn modelId="{D391447D-9A5F-49B7-B630-82B41E1F119B}" srcId="{E798DF0B-BDAE-469C-8424-8A2E17BB681D}" destId="{9579B18E-4CF8-4EBB-8B4F-633708F9FD2A}" srcOrd="1" destOrd="0" parTransId="{509FEED3-85DE-42B1-A70A-AEA8C22FA6F5}" sibTransId="{9D4652E0-D89B-4447-918A-416BED6B9525}"/>
    <dgm:cxn modelId="{346D6392-7573-477E-B8C1-2EAC3F34D80C}" type="presOf" srcId="{9F10E667-24A1-4911-9C10-9BA1FD3960D2}" destId="{76465366-AA15-4D6E-9397-B46C5E59B64C}" srcOrd="0" destOrd="0" presId="urn:microsoft.com/office/officeart/2005/8/layout/matrix3"/>
    <dgm:cxn modelId="{BBC9C09C-6D69-4709-A86B-6B51BF95B528}" type="presOf" srcId="{1E817EFF-A565-4440-B261-137DEBCBD1BE}" destId="{29B865AB-1F91-4BE2-922C-39D744B4D5FF}" srcOrd="0" destOrd="0" presId="urn:microsoft.com/office/officeart/2005/8/layout/matrix3"/>
    <dgm:cxn modelId="{57E8A1B5-4CD5-4920-B0E4-552B74ED4505}" srcId="{E798DF0B-BDAE-469C-8424-8A2E17BB681D}" destId="{FC237B09-EE98-453C-BAD5-4F52A9AA5ABD}" srcOrd="3" destOrd="0" parTransId="{F1479B2C-3768-4728-A88D-4329C25B439F}" sibTransId="{AFFC7C2E-F3F7-4E4F-83A3-3E33E2B98FF5}"/>
    <dgm:cxn modelId="{3AF5CAD9-6F38-4349-AA4D-3BF336BE3110}" type="presOf" srcId="{E798DF0B-BDAE-469C-8424-8A2E17BB681D}" destId="{0F379B6D-6C0D-490F-B859-72D69D713AD0}" srcOrd="0" destOrd="0" presId="urn:microsoft.com/office/officeart/2005/8/layout/matrix3"/>
    <dgm:cxn modelId="{232282E3-E7D4-44B6-B5FE-EF1EA2E366C4}" srcId="{E798DF0B-BDAE-469C-8424-8A2E17BB681D}" destId="{1E817EFF-A565-4440-B261-137DEBCBD1BE}" srcOrd="2" destOrd="0" parTransId="{14A27F7F-AC4F-498F-9BE3-B59BC747381F}" sibTransId="{5745A27F-796F-4A8E-A800-016CBD2AB85D}"/>
    <dgm:cxn modelId="{E123DDED-6C8F-4E44-9E71-DD3B82802C07}" type="presOf" srcId="{9579B18E-4CF8-4EBB-8B4F-633708F9FD2A}" destId="{5E5A591C-A442-42DE-9B8D-15B2F7F48AEB}" srcOrd="0" destOrd="0" presId="urn:microsoft.com/office/officeart/2005/8/layout/matrix3"/>
    <dgm:cxn modelId="{E5CE8FFC-8182-454B-B0B3-3DCCCDA09D9C}" srcId="{E798DF0B-BDAE-469C-8424-8A2E17BB681D}" destId="{9F10E667-24A1-4911-9C10-9BA1FD3960D2}" srcOrd="0" destOrd="0" parTransId="{7CB81030-B629-49DD-8F94-AC2886E124EC}" sibTransId="{D502DF65-5C82-4B05-A429-A3E9BD2E0B61}"/>
    <dgm:cxn modelId="{3883B124-CB5F-42FE-A399-172E3ACCBCAC}" type="presParOf" srcId="{0F379B6D-6C0D-490F-B859-72D69D713AD0}" destId="{206607CE-8D16-46D3-BFBF-4A7D8016993B}" srcOrd="0" destOrd="0" presId="urn:microsoft.com/office/officeart/2005/8/layout/matrix3"/>
    <dgm:cxn modelId="{8AE41AE7-9D5A-471D-A15F-ADDC56A69988}" type="presParOf" srcId="{0F379B6D-6C0D-490F-B859-72D69D713AD0}" destId="{76465366-AA15-4D6E-9397-B46C5E59B64C}" srcOrd="1" destOrd="0" presId="urn:microsoft.com/office/officeart/2005/8/layout/matrix3"/>
    <dgm:cxn modelId="{0455CC4E-2B43-4943-A93C-20D4F9EA9C83}" type="presParOf" srcId="{0F379B6D-6C0D-490F-B859-72D69D713AD0}" destId="{5E5A591C-A442-42DE-9B8D-15B2F7F48AEB}" srcOrd="2" destOrd="0" presId="urn:microsoft.com/office/officeart/2005/8/layout/matrix3"/>
    <dgm:cxn modelId="{2410E650-BE7C-4B3F-A617-5AE9DC06EBE9}" type="presParOf" srcId="{0F379B6D-6C0D-490F-B859-72D69D713AD0}" destId="{29B865AB-1F91-4BE2-922C-39D744B4D5FF}" srcOrd="3" destOrd="0" presId="urn:microsoft.com/office/officeart/2005/8/layout/matrix3"/>
    <dgm:cxn modelId="{C4C4AAED-9E74-458D-B0D7-9B100B726187}" type="presParOf" srcId="{0F379B6D-6C0D-490F-B859-72D69D713AD0}" destId="{7537BFA7-A403-4FD3-86E7-066AC1633EE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9F8D8E-EC5C-4318-B3E4-71718718B72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F2A4C44-6CD1-419D-AA67-5327618AA429}">
      <dgm:prSet/>
      <dgm:spPr/>
      <dgm:t>
        <a:bodyPr/>
        <a:lstStyle/>
        <a:p>
          <a:pPr rtl="0"/>
          <a:r>
            <a:rPr lang="en-US">
              <a:solidFill>
                <a:schemeClr val="tx1"/>
              </a:solidFill>
            </a:rPr>
            <a:t>Python, requests, pandas, </a:t>
          </a:r>
          <a:r>
            <a:rPr lang="en-US" err="1">
              <a:solidFill>
                <a:schemeClr val="tx1"/>
              </a:solidFill>
              <a:latin typeface="Calibri"/>
            </a:rPr>
            <a:t>pyarrow</a:t>
          </a:r>
          <a:r>
            <a:rPr lang="en-US">
              <a:solidFill>
                <a:schemeClr val="tx1"/>
              </a:solidFill>
              <a:latin typeface="Calibri"/>
            </a:rPr>
            <a:t>, </a:t>
          </a:r>
          <a:r>
            <a:rPr lang="en-US" err="1">
              <a:solidFill>
                <a:schemeClr val="tx1"/>
              </a:solidFill>
              <a:latin typeface="Calibri"/>
            </a:rPr>
            <a:t>xgboost</a:t>
          </a:r>
          <a:r>
            <a:rPr lang="en-US">
              <a:solidFill>
                <a:schemeClr val="tx1"/>
              </a:solidFill>
            </a:rPr>
            <a:t>, scikit-learn</a:t>
          </a:r>
        </a:p>
      </dgm:t>
    </dgm:pt>
    <dgm:pt modelId="{6A670912-5D38-4D62-9F4C-FF9348DB394F}" type="parTrans" cxnId="{CFC552BE-95EB-471C-B26D-FA7164F8C3C6}">
      <dgm:prSet/>
      <dgm:spPr/>
      <dgm:t>
        <a:bodyPr/>
        <a:lstStyle/>
        <a:p>
          <a:endParaRPr lang="en-US"/>
        </a:p>
      </dgm:t>
    </dgm:pt>
    <dgm:pt modelId="{546B58CE-2334-454E-96EC-8109FF3993D9}" type="sibTrans" cxnId="{CFC552BE-95EB-471C-B26D-FA7164F8C3C6}">
      <dgm:prSet/>
      <dgm:spPr/>
      <dgm:t>
        <a:bodyPr/>
        <a:lstStyle/>
        <a:p>
          <a:endParaRPr lang="en-US"/>
        </a:p>
      </dgm:t>
    </dgm:pt>
    <dgm:pt modelId="{B5B2E2FF-9CCB-40F0-A242-93559D2CD50F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multiprocessing + checkpointing</a:t>
          </a:r>
        </a:p>
      </dgm:t>
    </dgm:pt>
    <dgm:pt modelId="{C5C6435B-3A5D-4D0F-A7CC-0C14BF2D79AD}" type="parTrans" cxnId="{26D8EBAB-6EA5-4A19-8AA9-C5F096ADA534}">
      <dgm:prSet/>
      <dgm:spPr/>
      <dgm:t>
        <a:bodyPr/>
        <a:lstStyle/>
        <a:p>
          <a:endParaRPr lang="en-US"/>
        </a:p>
      </dgm:t>
    </dgm:pt>
    <dgm:pt modelId="{7D99E82F-618B-4B09-A764-695F1DD4D813}" type="sibTrans" cxnId="{26D8EBAB-6EA5-4A19-8AA9-C5F096ADA534}">
      <dgm:prSet/>
      <dgm:spPr/>
      <dgm:t>
        <a:bodyPr/>
        <a:lstStyle/>
        <a:p>
          <a:endParaRPr lang="en-US"/>
        </a:p>
      </dgm:t>
    </dgm:pt>
    <dgm:pt modelId="{411009EF-734D-4552-A218-1BEE4154A624}">
      <dgm:prSet/>
      <dgm:spPr/>
      <dgm:t>
        <a:bodyPr/>
        <a:lstStyle/>
        <a:p>
          <a:r>
            <a:rPr lang="en-GB">
              <a:solidFill>
                <a:schemeClr val="tx1"/>
              </a:solidFill>
            </a:rPr>
            <a:t>JSON used to store raw file data</a:t>
          </a:r>
          <a:endParaRPr lang="en-US">
            <a:solidFill>
              <a:schemeClr val="tx1"/>
            </a:solidFill>
          </a:endParaRPr>
        </a:p>
      </dgm:t>
    </dgm:pt>
    <dgm:pt modelId="{1000460F-46FB-480D-8A89-762293EBD7E6}" type="parTrans" cxnId="{A0708909-6977-4F81-898A-A8B260F4EB87}">
      <dgm:prSet/>
      <dgm:spPr/>
      <dgm:t>
        <a:bodyPr/>
        <a:lstStyle/>
        <a:p>
          <a:endParaRPr lang="en-US"/>
        </a:p>
      </dgm:t>
    </dgm:pt>
    <dgm:pt modelId="{4981BED5-3AD2-473C-A4B3-06F197DC886C}" type="sibTrans" cxnId="{A0708909-6977-4F81-898A-A8B260F4EB87}">
      <dgm:prSet/>
      <dgm:spPr/>
      <dgm:t>
        <a:bodyPr/>
        <a:lstStyle/>
        <a:p>
          <a:endParaRPr lang="en-US"/>
        </a:p>
      </dgm:t>
    </dgm:pt>
    <dgm:pt modelId="{ED83B1BE-8CCF-48FF-B879-712ECABEC542}">
      <dgm:prSet/>
      <dgm:spPr/>
      <dgm:t>
        <a:bodyPr/>
        <a:lstStyle/>
        <a:p>
          <a:r>
            <a:rPr lang="en-GB" err="1">
              <a:solidFill>
                <a:schemeClr val="tx1"/>
              </a:solidFill>
            </a:rPr>
            <a:t>Pyarrow</a:t>
          </a:r>
          <a:r>
            <a:rPr lang="en-GB">
              <a:solidFill>
                <a:schemeClr val="tx1"/>
              </a:solidFill>
            </a:rPr>
            <a:t> is a column-oriented data format designed for fast data exchange.</a:t>
          </a:r>
          <a:endParaRPr lang="en-US">
            <a:solidFill>
              <a:schemeClr val="tx1"/>
            </a:solidFill>
          </a:endParaRPr>
        </a:p>
      </dgm:t>
    </dgm:pt>
    <dgm:pt modelId="{F5627A78-4757-416F-984A-F32A2F7D2C5B}" type="parTrans" cxnId="{50B31BFB-AF1C-443A-A505-9A1597085BE3}">
      <dgm:prSet/>
      <dgm:spPr/>
      <dgm:t>
        <a:bodyPr/>
        <a:lstStyle/>
        <a:p>
          <a:endParaRPr lang="en-US"/>
        </a:p>
      </dgm:t>
    </dgm:pt>
    <dgm:pt modelId="{140F0570-36B2-4609-AB57-AC7BE8DA8938}" type="sibTrans" cxnId="{50B31BFB-AF1C-443A-A505-9A1597085BE3}">
      <dgm:prSet/>
      <dgm:spPr/>
      <dgm:t>
        <a:bodyPr/>
        <a:lstStyle/>
        <a:p>
          <a:endParaRPr lang="en-US"/>
        </a:p>
      </dgm:t>
    </dgm:pt>
    <dgm:pt modelId="{4198CB25-8D7B-4379-AAF1-F9ECA2602A73}">
      <dgm:prSet/>
      <dgm:spPr/>
      <dgm:t>
        <a:bodyPr/>
        <a:lstStyle/>
        <a:p>
          <a:r>
            <a:rPr lang="en-GB">
              <a:solidFill>
                <a:schemeClr val="tx1"/>
              </a:solidFill>
            </a:rPr>
            <a:t>Parquet (column-based file format) is used for storage</a:t>
          </a:r>
          <a:endParaRPr lang="en-US">
            <a:solidFill>
              <a:schemeClr val="tx1"/>
            </a:solidFill>
          </a:endParaRPr>
        </a:p>
      </dgm:t>
    </dgm:pt>
    <dgm:pt modelId="{C9F764C2-4E2B-4801-BF22-40831253071C}" type="parTrans" cxnId="{85428532-3AED-4DF3-B74D-0BC189E28521}">
      <dgm:prSet/>
      <dgm:spPr/>
      <dgm:t>
        <a:bodyPr/>
        <a:lstStyle/>
        <a:p>
          <a:endParaRPr lang="en-US"/>
        </a:p>
      </dgm:t>
    </dgm:pt>
    <dgm:pt modelId="{A780539A-D826-4851-9943-771B8478D6BD}" type="sibTrans" cxnId="{85428532-3AED-4DF3-B74D-0BC189E28521}">
      <dgm:prSet/>
      <dgm:spPr/>
      <dgm:t>
        <a:bodyPr/>
        <a:lstStyle/>
        <a:p>
          <a:endParaRPr lang="en-US"/>
        </a:p>
      </dgm:t>
    </dgm:pt>
    <dgm:pt modelId="{E5337E46-F908-4167-9BD8-5D0670414146}">
      <dgm:prSet/>
      <dgm:spPr/>
      <dgm:t>
        <a:bodyPr/>
        <a:lstStyle/>
        <a:p>
          <a:r>
            <a:rPr lang="en-US" err="1">
              <a:solidFill>
                <a:schemeClr val="tx1"/>
              </a:solidFill>
            </a:rPr>
            <a:t>Xgboost</a:t>
          </a:r>
          <a:r>
            <a:rPr lang="en-US">
              <a:solidFill>
                <a:schemeClr val="tx1"/>
              </a:solidFill>
            </a:rPr>
            <a:t> is used to better help </a:t>
          </a:r>
          <a:r>
            <a:rPr lang="en-US" err="1">
              <a:solidFill>
                <a:schemeClr val="tx1"/>
              </a:solidFill>
            </a:rPr>
            <a:t>analyse</a:t>
          </a:r>
          <a:r>
            <a:rPr lang="en-US">
              <a:solidFill>
                <a:schemeClr val="tx1"/>
              </a:solidFill>
            </a:rPr>
            <a:t> the huge dataset</a:t>
          </a:r>
        </a:p>
      </dgm:t>
    </dgm:pt>
    <dgm:pt modelId="{4614F0AE-B2A1-45D0-8B84-1DE7CEBA305D}" type="parTrans" cxnId="{00D7A4F7-D02E-456D-AE58-96EEE429B2B0}">
      <dgm:prSet/>
      <dgm:spPr/>
      <dgm:t>
        <a:bodyPr/>
        <a:lstStyle/>
        <a:p>
          <a:endParaRPr lang="en-US"/>
        </a:p>
      </dgm:t>
    </dgm:pt>
    <dgm:pt modelId="{4D1E01EB-5511-4ABA-94D1-DA5FD99A4C40}" type="sibTrans" cxnId="{00D7A4F7-D02E-456D-AE58-96EEE429B2B0}">
      <dgm:prSet/>
      <dgm:spPr/>
      <dgm:t>
        <a:bodyPr/>
        <a:lstStyle/>
        <a:p>
          <a:endParaRPr lang="en-US"/>
        </a:p>
      </dgm:t>
    </dgm:pt>
    <dgm:pt modelId="{4E01B990-9A2C-40F0-9FA4-5FD9E8ABEEA4}" type="pres">
      <dgm:prSet presAssocID="{BB9F8D8E-EC5C-4318-B3E4-71718718B724}" presName="linear" presStyleCnt="0">
        <dgm:presLayoutVars>
          <dgm:animLvl val="lvl"/>
          <dgm:resizeHandles val="exact"/>
        </dgm:presLayoutVars>
      </dgm:prSet>
      <dgm:spPr/>
    </dgm:pt>
    <dgm:pt modelId="{EA87C407-8EAE-4D55-8CDD-B13EE7FB4D0F}" type="pres">
      <dgm:prSet presAssocID="{6F2A4C44-6CD1-419D-AA67-5327618AA42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5F155FD-E664-4FE0-B1ED-61CE5D7E6785}" type="pres">
      <dgm:prSet presAssocID="{546B58CE-2334-454E-96EC-8109FF3993D9}" presName="spacer" presStyleCnt="0"/>
      <dgm:spPr/>
    </dgm:pt>
    <dgm:pt modelId="{C77D2D67-2F30-4D1A-B47C-77A3E9DADB48}" type="pres">
      <dgm:prSet presAssocID="{B5B2E2FF-9CCB-40F0-A242-93559D2CD50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75CAA44-EA63-4F5A-AA0C-510E13B95449}" type="pres">
      <dgm:prSet presAssocID="{7D99E82F-618B-4B09-A764-695F1DD4D813}" presName="spacer" presStyleCnt="0"/>
      <dgm:spPr/>
    </dgm:pt>
    <dgm:pt modelId="{E0D5F992-A068-4C9F-B1BA-4F41BD31E8D8}" type="pres">
      <dgm:prSet presAssocID="{411009EF-734D-4552-A218-1BEE4154A62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95FBA6E-F05A-4813-A01C-82215F2D49B0}" type="pres">
      <dgm:prSet presAssocID="{4981BED5-3AD2-473C-A4B3-06F197DC886C}" presName="spacer" presStyleCnt="0"/>
      <dgm:spPr/>
    </dgm:pt>
    <dgm:pt modelId="{E6CE254F-812A-42DF-B500-103F640D351C}" type="pres">
      <dgm:prSet presAssocID="{ED83B1BE-8CCF-48FF-B879-712ECABEC54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26D4AC7-6CC4-4F45-A965-1ACEC86DDA2A}" type="pres">
      <dgm:prSet presAssocID="{140F0570-36B2-4609-AB57-AC7BE8DA8938}" presName="spacer" presStyleCnt="0"/>
      <dgm:spPr/>
    </dgm:pt>
    <dgm:pt modelId="{A7066D03-25A5-4CA2-8D4E-89311009B6AA}" type="pres">
      <dgm:prSet presAssocID="{4198CB25-8D7B-4379-AAF1-F9ECA2602A7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1CBE092-AEB9-4605-9E61-816F7F190AA6}" type="pres">
      <dgm:prSet presAssocID="{A780539A-D826-4851-9943-771B8478D6BD}" presName="spacer" presStyleCnt="0"/>
      <dgm:spPr/>
    </dgm:pt>
    <dgm:pt modelId="{F5306B29-0B2F-4CBB-8ADB-E80A915058AA}" type="pres">
      <dgm:prSet presAssocID="{E5337E46-F908-4167-9BD8-5D067041414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0708909-6977-4F81-898A-A8B260F4EB87}" srcId="{BB9F8D8E-EC5C-4318-B3E4-71718718B724}" destId="{411009EF-734D-4552-A218-1BEE4154A624}" srcOrd="2" destOrd="0" parTransId="{1000460F-46FB-480D-8A89-762293EBD7E6}" sibTransId="{4981BED5-3AD2-473C-A4B3-06F197DC886C}"/>
    <dgm:cxn modelId="{9E1DFB0B-A647-45D2-87B1-2C484CC0DB46}" type="presOf" srcId="{B5B2E2FF-9CCB-40F0-A242-93559D2CD50F}" destId="{C77D2D67-2F30-4D1A-B47C-77A3E9DADB48}" srcOrd="0" destOrd="0" presId="urn:microsoft.com/office/officeart/2005/8/layout/vList2"/>
    <dgm:cxn modelId="{63B68121-B5B4-4BF1-A34B-787D3A0AE620}" type="presOf" srcId="{BB9F8D8E-EC5C-4318-B3E4-71718718B724}" destId="{4E01B990-9A2C-40F0-9FA4-5FD9E8ABEEA4}" srcOrd="0" destOrd="0" presId="urn:microsoft.com/office/officeart/2005/8/layout/vList2"/>
    <dgm:cxn modelId="{B7599024-8741-462B-B19C-FDC36FA9A280}" type="presOf" srcId="{ED83B1BE-8CCF-48FF-B879-712ECABEC542}" destId="{E6CE254F-812A-42DF-B500-103F640D351C}" srcOrd="0" destOrd="0" presId="urn:microsoft.com/office/officeart/2005/8/layout/vList2"/>
    <dgm:cxn modelId="{85428532-3AED-4DF3-B74D-0BC189E28521}" srcId="{BB9F8D8E-EC5C-4318-B3E4-71718718B724}" destId="{4198CB25-8D7B-4379-AAF1-F9ECA2602A73}" srcOrd="4" destOrd="0" parTransId="{C9F764C2-4E2B-4801-BF22-40831253071C}" sibTransId="{A780539A-D826-4851-9943-771B8478D6BD}"/>
    <dgm:cxn modelId="{464CA46B-9BC0-40D9-8C01-3E002EA75E68}" type="presOf" srcId="{E5337E46-F908-4167-9BD8-5D0670414146}" destId="{F5306B29-0B2F-4CBB-8ADB-E80A915058AA}" srcOrd="0" destOrd="0" presId="urn:microsoft.com/office/officeart/2005/8/layout/vList2"/>
    <dgm:cxn modelId="{D643F5A1-BF23-4943-8B41-A1F68D7AA06F}" type="presOf" srcId="{4198CB25-8D7B-4379-AAF1-F9ECA2602A73}" destId="{A7066D03-25A5-4CA2-8D4E-89311009B6AA}" srcOrd="0" destOrd="0" presId="urn:microsoft.com/office/officeart/2005/8/layout/vList2"/>
    <dgm:cxn modelId="{26D8EBAB-6EA5-4A19-8AA9-C5F096ADA534}" srcId="{BB9F8D8E-EC5C-4318-B3E4-71718718B724}" destId="{B5B2E2FF-9CCB-40F0-A242-93559D2CD50F}" srcOrd="1" destOrd="0" parTransId="{C5C6435B-3A5D-4D0F-A7CC-0C14BF2D79AD}" sibTransId="{7D99E82F-618B-4B09-A764-695F1DD4D813}"/>
    <dgm:cxn modelId="{CFC552BE-95EB-471C-B26D-FA7164F8C3C6}" srcId="{BB9F8D8E-EC5C-4318-B3E4-71718718B724}" destId="{6F2A4C44-6CD1-419D-AA67-5327618AA429}" srcOrd="0" destOrd="0" parTransId="{6A670912-5D38-4D62-9F4C-FF9348DB394F}" sibTransId="{546B58CE-2334-454E-96EC-8109FF3993D9}"/>
    <dgm:cxn modelId="{C9B59BF2-C597-40BE-AEEF-0430038E96D0}" type="presOf" srcId="{411009EF-734D-4552-A218-1BEE4154A624}" destId="{E0D5F992-A068-4C9F-B1BA-4F41BD31E8D8}" srcOrd="0" destOrd="0" presId="urn:microsoft.com/office/officeart/2005/8/layout/vList2"/>
    <dgm:cxn modelId="{00D7A4F7-D02E-456D-AE58-96EEE429B2B0}" srcId="{BB9F8D8E-EC5C-4318-B3E4-71718718B724}" destId="{E5337E46-F908-4167-9BD8-5D0670414146}" srcOrd="5" destOrd="0" parTransId="{4614F0AE-B2A1-45D0-8B84-1DE7CEBA305D}" sibTransId="{4D1E01EB-5511-4ABA-94D1-DA5FD99A4C40}"/>
    <dgm:cxn modelId="{50B31BFB-AF1C-443A-A505-9A1597085BE3}" srcId="{BB9F8D8E-EC5C-4318-B3E4-71718718B724}" destId="{ED83B1BE-8CCF-48FF-B879-712ECABEC542}" srcOrd="3" destOrd="0" parTransId="{F5627A78-4757-416F-984A-F32A2F7D2C5B}" sibTransId="{140F0570-36B2-4609-AB57-AC7BE8DA8938}"/>
    <dgm:cxn modelId="{6C2A46FF-1D4F-4CFA-B5BC-EA6A1440EAC4}" type="presOf" srcId="{6F2A4C44-6CD1-419D-AA67-5327618AA429}" destId="{EA87C407-8EAE-4D55-8CDD-B13EE7FB4D0F}" srcOrd="0" destOrd="0" presId="urn:microsoft.com/office/officeart/2005/8/layout/vList2"/>
    <dgm:cxn modelId="{93E2B06E-F464-4698-A04E-EC8BC00FA7F4}" type="presParOf" srcId="{4E01B990-9A2C-40F0-9FA4-5FD9E8ABEEA4}" destId="{EA87C407-8EAE-4D55-8CDD-B13EE7FB4D0F}" srcOrd="0" destOrd="0" presId="urn:microsoft.com/office/officeart/2005/8/layout/vList2"/>
    <dgm:cxn modelId="{95538E6B-05B7-48E5-B913-214DECCBA779}" type="presParOf" srcId="{4E01B990-9A2C-40F0-9FA4-5FD9E8ABEEA4}" destId="{B5F155FD-E664-4FE0-B1ED-61CE5D7E6785}" srcOrd="1" destOrd="0" presId="urn:microsoft.com/office/officeart/2005/8/layout/vList2"/>
    <dgm:cxn modelId="{C0FA3815-C5FD-43AE-BB07-F9F667DC2F77}" type="presParOf" srcId="{4E01B990-9A2C-40F0-9FA4-5FD9E8ABEEA4}" destId="{C77D2D67-2F30-4D1A-B47C-77A3E9DADB48}" srcOrd="2" destOrd="0" presId="urn:microsoft.com/office/officeart/2005/8/layout/vList2"/>
    <dgm:cxn modelId="{648C3F19-0D0E-4608-ABF7-43803A218884}" type="presParOf" srcId="{4E01B990-9A2C-40F0-9FA4-5FD9E8ABEEA4}" destId="{275CAA44-EA63-4F5A-AA0C-510E13B95449}" srcOrd="3" destOrd="0" presId="urn:microsoft.com/office/officeart/2005/8/layout/vList2"/>
    <dgm:cxn modelId="{9E3AD290-D2C7-46E1-8E6C-1FD290827C55}" type="presParOf" srcId="{4E01B990-9A2C-40F0-9FA4-5FD9E8ABEEA4}" destId="{E0D5F992-A068-4C9F-B1BA-4F41BD31E8D8}" srcOrd="4" destOrd="0" presId="urn:microsoft.com/office/officeart/2005/8/layout/vList2"/>
    <dgm:cxn modelId="{47126E51-F5C2-47F7-B54D-371174167740}" type="presParOf" srcId="{4E01B990-9A2C-40F0-9FA4-5FD9E8ABEEA4}" destId="{195FBA6E-F05A-4813-A01C-82215F2D49B0}" srcOrd="5" destOrd="0" presId="urn:microsoft.com/office/officeart/2005/8/layout/vList2"/>
    <dgm:cxn modelId="{FEAD46FE-6BB5-4559-886E-E71CA73C584C}" type="presParOf" srcId="{4E01B990-9A2C-40F0-9FA4-5FD9E8ABEEA4}" destId="{E6CE254F-812A-42DF-B500-103F640D351C}" srcOrd="6" destOrd="0" presId="urn:microsoft.com/office/officeart/2005/8/layout/vList2"/>
    <dgm:cxn modelId="{D24D55FE-CAE8-4E4B-A305-46681DCA6F50}" type="presParOf" srcId="{4E01B990-9A2C-40F0-9FA4-5FD9E8ABEEA4}" destId="{126D4AC7-6CC4-4F45-A965-1ACEC86DDA2A}" srcOrd="7" destOrd="0" presId="urn:microsoft.com/office/officeart/2005/8/layout/vList2"/>
    <dgm:cxn modelId="{B9E6C443-6D0B-4BDF-B1B0-DE85C7496A2E}" type="presParOf" srcId="{4E01B990-9A2C-40F0-9FA4-5FD9E8ABEEA4}" destId="{A7066D03-25A5-4CA2-8D4E-89311009B6AA}" srcOrd="8" destOrd="0" presId="urn:microsoft.com/office/officeart/2005/8/layout/vList2"/>
    <dgm:cxn modelId="{333D99DB-456C-460F-B666-D8C8116696D3}" type="presParOf" srcId="{4E01B990-9A2C-40F0-9FA4-5FD9E8ABEEA4}" destId="{51CBE092-AEB9-4605-9E61-816F7F190AA6}" srcOrd="9" destOrd="0" presId="urn:microsoft.com/office/officeart/2005/8/layout/vList2"/>
    <dgm:cxn modelId="{6A2A5396-29A5-43CA-A1F9-E20EEECC53F2}" type="presParOf" srcId="{4E01B990-9A2C-40F0-9FA4-5FD9E8ABEEA4}" destId="{F5306B29-0B2F-4CBB-8ADB-E80A915058A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730EB0-6145-4C43-ACA1-7ACADA554619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2CFA07C-1BDE-4503-BDD2-32945344C8CC}">
      <dgm:prSet/>
      <dgm:spPr/>
      <dgm:t>
        <a:bodyPr/>
        <a:lstStyle/>
        <a:p>
          <a:r>
            <a:rPr lang="en-US"/>
            <a:t>Collect </a:t>
          </a:r>
          <a:r>
            <a:rPr lang="en-US">
              <a:latin typeface="Calibri"/>
            </a:rPr>
            <a:t>5k</a:t>
          </a:r>
          <a:r>
            <a:rPr lang="en-US"/>
            <a:t> match IDs and fetch JSONs</a:t>
          </a:r>
        </a:p>
      </dgm:t>
    </dgm:pt>
    <dgm:pt modelId="{62FD8D0B-CB1A-461F-AB0B-A735C0EED508}" type="parTrans" cxnId="{317F8CE1-12C6-418A-AE73-E518AF6C0712}">
      <dgm:prSet/>
      <dgm:spPr/>
      <dgm:t>
        <a:bodyPr/>
        <a:lstStyle/>
        <a:p>
          <a:endParaRPr lang="en-US"/>
        </a:p>
      </dgm:t>
    </dgm:pt>
    <dgm:pt modelId="{808EE278-E955-4B14-938B-3EAE62E32F4E}" type="sibTrans" cxnId="{317F8CE1-12C6-418A-AE73-E518AF6C071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E67075C-87D1-49F1-9516-3C50A4325EFE}">
      <dgm:prSet/>
      <dgm:spPr/>
      <dgm:t>
        <a:bodyPr/>
        <a:lstStyle/>
        <a:p>
          <a:pPr rtl="0"/>
          <a:r>
            <a:rPr lang="en-US"/>
            <a:t>Run full </a:t>
          </a:r>
          <a:r>
            <a:rPr lang="en-US">
              <a:latin typeface="Calibri"/>
            </a:rPr>
            <a:t>training and tuning</a:t>
          </a:r>
          <a:endParaRPr lang="en-US"/>
        </a:p>
      </dgm:t>
    </dgm:pt>
    <dgm:pt modelId="{9F41E477-0972-416F-AA6C-171905DC9E26}" type="parTrans" cxnId="{44C3783D-CE83-469C-BF0B-87531B5BB885}">
      <dgm:prSet/>
      <dgm:spPr/>
      <dgm:t>
        <a:bodyPr/>
        <a:lstStyle/>
        <a:p>
          <a:endParaRPr lang="en-US"/>
        </a:p>
      </dgm:t>
    </dgm:pt>
    <dgm:pt modelId="{6AB600B1-BFDE-4CA2-9019-3720CF03D6A8}" type="sibTrans" cxnId="{44C3783D-CE83-469C-BF0B-87531B5BB88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68B32D4-DCE6-4311-9336-CA767D8301B6}">
      <dgm:prSet/>
      <dgm:spPr/>
      <dgm:t>
        <a:bodyPr/>
        <a:lstStyle/>
        <a:p>
          <a:pPr rtl="0"/>
          <a:r>
            <a:rPr lang="en-US">
              <a:latin typeface="Calibri"/>
            </a:rPr>
            <a:t>Containerize, monitor and Deploy</a:t>
          </a:r>
          <a:endParaRPr lang="en-US"/>
        </a:p>
      </dgm:t>
    </dgm:pt>
    <dgm:pt modelId="{87F60A85-7E3A-4B3A-B4EC-7C7078624758}" type="parTrans" cxnId="{A00969A0-1D7B-4719-8118-BD1231164031}">
      <dgm:prSet/>
      <dgm:spPr/>
      <dgm:t>
        <a:bodyPr/>
        <a:lstStyle/>
        <a:p>
          <a:endParaRPr lang="en-US"/>
        </a:p>
      </dgm:t>
    </dgm:pt>
    <dgm:pt modelId="{730C6119-0F75-4C26-84CD-2EEA298E01A1}" type="sibTrans" cxnId="{A00969A0-1D7B-4719-8118-BD123116403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3835C76-3F36-4DBD-8E6F-8ABDF4ED1128}">
      <dgm:prSet phldr="0"/>
      <dgm:spPr/>
      <dgm:t>
        <a:bodyPr/>
        <a:lstStyle/>
        <a:p>
          <a:pPr rtl="0"/>
          <a:r>
            <a:rPr lang="en-US" sz="1400">
              <a:latin typeface="Calibri"/>
            </a:rPr>
            <a:t>Logistical Regression (Rishabh)</a:t>
          </a:r>
        </a:p>
      </dgm:t>
    </dgm:pt>
    <dgm:pt modelId="{05689999-E079-4139-9C0C-2C5C77AB5FF5}" type="parTrans" cxnId="{6FB326E8-5BC3-42F4-9E45-3CD2BDAD8E16}">
      <dgm:prSet/>
      <dgm:spPr/>
    </dgm:pt>
    <dgm:pt modelId="{9AD28F08-BE69-43E9-A03A-47762FFCF4BD}" type="sibTrans" cxnId="{6FB326E8-5BC3-42F4-9E45-3CD2BDAD8E16}">
      <dgm:prSet phldrT="3" phldr="0"/>
      <dgm:spPr/>
    </dgm:pt>
    <dgm:pt modelId="{115AA2A9-C338-44C6-9A68-8470BE32A363}">
      <dgm:prSet phldr="0"/>
      <dgm:spPr/>
      <dgm:t>
        <a:bodyPr/>
        <a:lstStyle/>
        <a:p>
          <a:pPr rtl="0"/>
          <a:r>
            <a:rPr lang="en-US" sz="1400">
              <a:latin typeface="Calibri"/>
            </a:rPr>
            <a:t>Random Forest (Michael)</a:t>
          </a:r>
        </a:p>
      </dgm:t>
    </dgm:pt>
    <dgm:pt modelId="{1E367CE6-4C5C-4CA1-8420-4C90C8315C6D}" type="parTrans" cxnId="{EBB73EFA-5C63-4DD4-9D3C-8FCB63385049}">
      <dgm:prSet/>
      <dgm:spPr/>
    </dgm:pt>
    <dgm:pt modelId="{7678F01C-B6ED-42D8-B2B7-A282E8A897BC}" type="sibTrans" cxnId="{EBB73EFA-5C63-4DD4-9D3C-8FCB63385049}">
      <dgm:prSet phldrT="3" phldr="0"/>
      <dgm:spPr/>
    </dgm:pt>
    <dgm:pt modelId="{2399C23F-F6A7-477B-BB19-3074F6015224}">
      <dgm:prSet phldr="0"/>
      <dgm:spPr/>
      <dgm:t>
        <a:bodyPr/>
        <a:lstStyle/>
        <a:p>
          <a:pPr rtl="0"/>
          <a:r>
            <a:rPr lang="en-US" sz="1100">
              <a:latin typeface="Calibri"/>
            </a:rPr>
            <a:t>XG Boosting (</a:t>
          </a:r>
          <a:r>
            <a:rPr lang="en-US" sz="1100"/>
            <a:t>Alex</a:t>
          </a:r>
          <a:r>
            <a:rPr lang="en-US" sz="1100">
              <a:latin typeface="Calibri"/>
            </a:rPr>
            <a:t>)</a:t>
          </a:r>
        </a:p>
      </dgm:t>
    </dgm:pt>
    <dgm:pt modelId="{A6A20727-9DD2-4817-9701-BBD0CCECBFDC}" type="parTrans" cxnId="{C11A4443-767A-4950-B740-FA130B5BC204}">
      <dgm:prSet/>
      <dgm:spPr/>
    </dgm:pt>
    <dgm:pt modelId="{094920C1-D2D1-434D-956B-2CE7DED5B325}" type="sibTrans" cxnId="{C11A4443-767A-4950-B740-FA130B5BC204}">
      <dgm:prSet phldrT="3" phldr="0"/>
      <dgm:spPr/>
    </dgm:pt>
    <dgm:pt modelId="{B047226B-0C8F-48DF-A589-9A60A066A758}">
      <dgm:prSet phldr="0"/>
      <dgm:spPr/>
      <dgm:t>
        <a:bodyPr/>
        <a:lstStyle/>
        <a:p>
          <a:pPr rtl="0"/>
          <a:r>
            <a:rPr lang="en-US" sz="1400">
              <a:latin typeface="Calibri"/>
            </a:rPr>
            <a:t>(Ju</a:t>
          </a:r>
          <a:r>
            <a:rPr lang="en-GB" sz="4400">
              <a:latin typeface="Calibri"/>
            </a:rPr>
            <a:t>z</a:t>
          </a:r>
          <a:r>
            <a:rPr lang="en-US" sz="1400">
              <a:latin typeface="Calibri"/>
            </a:rPr>
            <a:t>er, </a:t>
          </a:r>
          <a:r>
            <a:rPr lang="en-US" sz="1100"/>
            <a:t>Alex</a:t>
          </a:r>
          <a:r>
            <a:rPr lang="en-US" sz="1400">
              <a:latin typeface="Calibri"/>
            </a:rPr>
            <a:t>)</a:t>
          </a:r>
        </a:p>
      </dgm:t>
    </dgm:pt>
    <dgm:pt modelId="{8EFAF152-108E-45ED-9FCD-5E810A59C48F}" type="parTrans" cxnId="{07C87B31-8A79-484C-84C0-DED767590693}">
      <dgm:prSet/>
      <dgm:spPr/>
    </dgm:pt>
    <dgm:pt modelId="{6E08CDBD-A298-47A2-9C99-318DCC7FA5C0}" type="sibTrans" cxnId="{07C87B31-8A79-484C-84C0-DED767590693}">
      <dgm:prSet phldrT="4" phldr="0"/>
      <dgm:spPr/>
    </dgm:pt>
    <dgm:pt modelId="{C1C2EB02-9000-4575-99FC-14C17C4F5FAC}" type="pres">
      <dgm:prSet presAssocID="{A0730EB0-6145-4C43-ACA1-7ACADA554619}" presName="linearFlow" presStyleCnt="0">
        <dgm:presLayoutVars>
          <dgm:dir/>
          <dgm:animLvl val="lvl"/>
          <dgm:resizeHandles val="exact"/>
        </dgm:presLayoutVars>
      </dgm:prSet>
      <dgm:spPr/>
    </dgm:pt>
    <dgm:pt modelId="{86DF4D2D-9EC4-493A-970E-A0F29EEAA40E}" type="pres">
      <dgm:prSet presAssocID="{72CFA07C-1BDE-4503-BDD2-32945344C8CC}" presName="compositeNode" presStyleCnt="0"/>
      <dgm:spPr/>
    </dgm:pt>
    <dgm:pt modelId="{3FE0BE9C-20C3-4675-AFE4-26A662E9DB04}" type="pres">
      <dgm:prSet presAssocID="{72CFA07C-1BDE-4503-BDD2-32945344C8C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962EA39-EB7F-4C47-A220-6D303315064C}" type="pres">
      <dgm:prSet presAssocID="{72CFA07C-1BDE-4503-BDD2-32945344C8CC}" presName="parSh" presStyleCnt="0"/>
      <dgm:spPr/>
    </dgm:pt>
    <dgm:pt modelId="{FE28E6C8-5262-4F51-8DC9-5D86F92AE34B}" type="pres">
      <dgm:prSet presAssocID="{72CFA07C-1BDE-4503-BDD2-32945344C8CC}" presName="lineNode" presStyleLbl="alignAccFollowNode1" presStyleIdx="0" presStyleCnt="9"/>
      <dgm:spPr/>
    </dgm:pt>
    <dgm:pt modelId="{7889C0CF-0FF8-407F-834F-89335EB870B2}" type="pres">
      <dgm:prSet presAssocID="{72CFA07C-1BDE-4503-BDD2-32945344C8CC}" presName="lineArrowNode" presStyleLbl="alignAccFollowNode1" presStyleIdx="1" presStyleCnt="9"/>
      <dgm:spPr/>
    </dgm:pt>
    <dgm:pt modelId="{1FEBEB6C-9EB0-4E17-B274-44817CB2DC8D}" type="pres">
      <dgm:prSet presAssocID="{808EE278-E955-4B14-938B-3EAE62E32F4E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AB22ED22-C322-460C-888B-0F0C4AFC8999}" type="pres">
      <dgm:prSet presAssocID="{808EE278-E955-4B14-938B-3EAE62E32F4E}" presName="spacerBetweenCircleAndCallout" presStyleCnt="0">
        <dgm:presLayoutVars/>
      </dgm:prSet>
      <dgm:spPr/>
    </dgm:pt>
    <dgm:pt modelId="{8B24B67F-8A19-4D66-B895-13B8DE82449C}" type="pres">
      <dgm:prSet presAssocID="{72CFA07C-1BDE-4503-BDD2-32945344C8CC}" presName="nodeText" presStyleLbl="alignAccFollowNode1" presStyleIdx="2" presStyleCnt="9">
        <dgm:presLayoutVars>
          <dgm:bulletEnabled val="1"/>
        </dgm:presLayoutVars>
      </dgm:prSet>
      <dgm:spPr/>
    </dgm:pt>
    <dgm:pt modelId="{A3BE7D75-94DD-4FE7-8F22-CE798228103F}" type="pres">
      <dgm:prSet presAssocID="{808EE278-E955-4B14-938B-3EAE62E32F4E}" presName="sibTransComposite" presStyleCnt="0"/>
      <dgm:spPr/>
    </dgm:pt>
    <dgm:pt modelId="{8347F776-F4EC-40A1-84FA-16BC8EF7101A}" type="pres">
      <dgm:prSet presAssocID="{2E67075C-87D1-49F1-9516-3C50A4325EFE}" presName="compositeNode" presStyleCnt="0"/>
      <dgm:spPr/>
    </dgm:pt>
    <dgm:pt modelId="{2284462B-CF73-4D8E-A5D5-227CED825E7A}" type="pres">
      <dgm:prSet presAssocID="{2E67075C-87D1-49F1-9516-3C50A4325EF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1C93DA5-B292-4ED7-B7BB-6F102216DF73}" type="pres">
      <dgm:prSet presAssocID="{2E67075C-87D1-49F1-9516-3C50A4325EFE}" presName="parSh" presStyleCnt="0"/>
      <dgm:spPr/>
    </dgm:pt>
    <dgm:pt modelId="{152D251B-1942-45DB-95B3-7BAA97820EDD}" type="pres">
      <dgm:prSet presAssocID="{2E67075C-87D1-49F1-9516-3C50A4325EFE}" presName="lineNode" presStyleLbl="alignAccFollowNode1" presStyleIdx="3" presStyleCnt="9"/>
      <dgm:spPr/>
    </dgm:pt>
    <dgm:pt modelId="{7DADF2FB-7185-441E-81AA-A9717D3674F1}" type="pres">
      <dgm:prSet presAssocID="{2E67075C-87D1-49F1-9516-3C50A4325EFE}" presName="lineArrowNode" presStyleLbl="alignAccFollowNode1" presStyleIdx="4" presStyleCnt="9"/>
      <dgm:spPr/>
    </dgm:pt>
    <dgm:pt modelId="{7B0AC8AB-BB50-4D2B-9524-AFEFCFAEFE55}" type="pres">
      <dgm:prSet presAssocID="{6AB600B1-BFDE-4CA2-9019-3720CF03D6A8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DA8B3469-92A2-4C68-9DB4-A0E3EA44B4C3}" type="pres">
      <dgm:prSet presAssocID="{6AB600B1-BFDE-4CA2-9019-3720CF03D6A8}" presName="spacerBetweenCircleAndCallout" presStyleCnt="0">
        <dgm:presLayoutVars/>
      </dgm:prSet>
      <dgm:spPr/>
    </dgm:pt>
    <dgm:pt modelId="{7FF7F9A8-C892-4511-ADC2-A044F5C0C4A1}" type="pres">
      <dgm:prSet presAssocID="{2E67075C-87D1-49F1-9516-3C50A4325EFE}" presName="nodeText" presStyleLbl="alignAccFollowNode1" presStyleIdx="5" presStyleCnt="9">
        <dgm:presLayoutVars>
          <dgm:bulletEnabled val="1"/>
        </dgm:presLayoutVars>
      </dgm:prSet>
      <dgm:spPr/>
    </dgm:pt>
    <dgm:pt modelId="{504C817E-EDA1-46C7-B0C4-B6BADC348DE0}" type="pres">
      <dgm:prSet presAssocID="{6AB600B1-BFDE-4CA2-9019-3720CF03D6A8}" presName="sibTransComposite" presStyleCnt="0"/>
      <dgm:spPr/>
    </dgm:pt>
    <dgm:pt modelId="{140ABE10-2027-47FF-8737-71F6B9176BAC}" type="pres">
      <dgm:prSet presAssocID="{068B32D4-DCE6-4311-9336-CA767D8301B6}" presName="compositeNode" presStyleCnt="0"/>
      <dgm:spPr/>
    </dgm:pt>
    <dgm:pt modelId="{5EB2A025-13CD-4647-9B3D-030CDDCCDC0A}" type="pres">
      <dgm:prSet presAssocID="{068B32D4-DCE6-4311-9336-CA767D8301B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A1CC559-C653-498A-AD52-6F27E43E03EA}" type="pres">
      <dgm:prSet presAssocID="{068B32D4-DCE6-4311-9336-CA767D8301B6}" presName="parSh" presStyleCnt="0"/>
      <dgm:spPr/>
    </dgm:pt>
    <dgm:pt modelId="{C9F471D3-CD93-49A8-94E4-337DB421F78A}" type="pres">
      <dgm:prSet presAssocID="{068B32D4-DCE6-4311-9336-CA767D8301B6}" presName="lineNode" presStyleLbl="alignAccFollowNode1" presStyleIdx="6" presStyleCnt="9"/>
      <dgm:spPr/>
    </dgm:pt>
    <dgm:pt modelId="{5E351E3D-706C-435B-8914-95EDB3055622}" type="pres">
      <dgm:prSet presAssocID="{068B32D4-DCE6-4311-9336-CA767D8301B6}" presName="lineArrowNode" presStyleLbl="alignAccFollowNode1" presStyleIdx="7" presStyleCnt="9"/>
      <dgm:spPr/>
    </dgm:pt>
    <dgm:pt modelId="{43941AE5-319C-4017-B18C-6C02E4D03639}" type="pres">
      <dgm:prSet presAssocID="{730C6119-0F75-4C26-84CD-2EEA298E01A1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523A6243-73E9-410A-93E5-CD28C0109BE4}" type="pres">
      <dgm:prSet presAssocID="{730C6119-0F75-4C26-84CD-2EEA298E01A1}" presName="spacerBetweenCircleAndCallout" presStyleCnt="0">
        <dgm:presLayoutVars/>
      </dgm:prSet>
      <dgm:spPr/>
    </dgm:pt>
    <dgm:pt modelId="{0AFEA956-1615-4F33-9863-E64360520F27}" type="pres">
      <dgm:prSet presAssocID="{068B32D4-DCE6-4311-9336-CA767D8301B6}" presName="nodeText" presStyleLbl="alignAccFollowNode1" presStyleIdx="8" presStyleCnt="9">
        <dgm:presLayoutVars>
          <dgm:bulletEnabled val="1"/>
        </dgm:presLayoutVars>
      </dgm:prSet>
      <dgm:spPr/>
    </dgm:pt>
  </dgm:ptLst>
  <dgm:cxnLst>
    <dgm:cxn modelId="{F5FDCA22-6155-4436-A172-50E058AD869D}" type="presOf" srcId="{A0730EB0-6145-4C43-ACA1-7ACADA554619}" destId="{C1C2EB02-9000-4575-99FC-14C17C4F5FAC}" srcOrd="0" destOrd="0" presId="urn:microsoft.com/office/officeart/2016/7/layout/LinearArrowProcessNumbered"/>
    <dgm:cxn modelId="{552C482D-9F4B-4033-9A41-12EB525F5AAB}" type="presOf" srcId="{2399C23F-F6A7-477B-BB19-3074F6015224}" destId="{7FF7F9A8-C892-4511-ADC2-A044F5C0C4A1}" srcOrd="0" destOrd="3" presId="urn:microsoft.com/office/officeart/2016/7/layout/LinearArrowProcessNumbered"/>
    <dgm:cxn modelId="{07C87B31-8A79-484C-84C0-DED767590693}" srcId="{068B32D4-DCE6-4311-9336-CA767D8301B6}" destId="{B047226B-0C8F-48DF-A589-9A60A066A758}" srcOrd="0" destOrd="0" parTransId="{8EFAF152-108E-45ED-9FCD-5E810A59C48F}" sibTransId="{6E08CDBD-A298-47A2-9C99-318DCC7FA5C0}"/>
    <dgm:cxn modelId="{44C3783D-CE83-469C-BF0B-87531B5BB885}" srcId="{A0730EB0-6145-4C43-ACA1-7ACADA554619}" destId="{2E67075C-87D1-49F1-9516-3C50A4325EFE}" srcOrd="1" destOrd="0" parTransId="{9F41E477-0972-416F-AA6C-171905DC9E26}" sibTransId="{6AB600B1-BFDE-4CA2-9019-3720CF03D6A8}"/>
    <dgm:cxn modelId="{C11A4443-767A-4950-B740-FA130B5BC204}" srcId="{2E67075C-87D1-49F1-9516-3C50A4325EFE}" destId="{2399C23F-F6A7-477B-BB19-3074F6015224}" srcOrd="2" destOrd="0" parTransId="{A6A20727-9DD2-4817-9701-BBD0CCECBFDC}" sibTransId="{094920C1-D2D1-434D-956B-2CE7DED5B325}"/>
    <dgm:cxn modelId="{CE046649-0EA1-4C86-AFC5-D9E676EA06A1}" type="presOf" srcId="{93835C76-3F36-4DBD-8E6F-8ABDF4ED1128}" destId="{7FF7F9A8-C892-4511-ADC2-A044F5C0C4A1}" srcOrd="0" destOrd="1" presId="urn:microsoft.com/office/officeart/2016/7/layout/LinearArrowProcessNumbered"/>
    <dgm:cxn modelId="{BEBE0974-D57E-467D-A921-B2A013ECFD50}" type="presOf" srcId="{B047226B-0C8F-48DF-A589-9A60A066A758}" destId="{0AFEA956-1615-4F33-9863-E64360520F27}" srcOrd="0" destOrd="1" presId="urn:microsoft.com/office/officeart/2016/7/layout/LinearArrowProcessNumbered"/>
    <dgm:cxn modelId="{62A7AF57-54F8-4512-AE21-BB48A772EE93}" type="presOf" srcId="{115AA2A9-C338-44C6-9A68-8470BE32A363}" destId="{7FF7F9A8-C892-4511-ADC2-A044F5C0C4A1}" srcOrd="0" destOrd="2" presId="urn:microsoft.com/office/officeart/2016/7/layout/LinearArrowProcessNumbered"/>
    <dgm:cxn modelId="{5DB5BD7D-86B1-4BFF-AB7E-F00EFD34F8C4}" type="presOf" srcId="{068B32D4-DCE6-4311-9336-CA767D8301B6}" destId="{0AFEA956-1615-4F33-9863-E64360520F27}" srcOrd="0" destOrd="0" presId="urn:microsoft.com/office/officeart/2016/7/layout/LinearArrowProcessNumbered"/>
    <dgm:cxn modelId="{5EA7BF8C-A2DA-4517-88B4-0DD5EA1C9C44}" type="presOf" srcId="{72CFA07C-1BDE-4503-BDD2-32945344C8CC}" destId="{8B24B67F-8A19-4D66-B895-13B8DE82449C}" srcOrd="0" destOrd="0" presId="urn:microsoft.com/office/officeart/2016/7/layout/LinearArrowProcessNumbered"/>
    <dgm:cxn modelId="{A00969A0-1D7B-4719-8118-BD1231164031}" srcId="{A0730EB0-6145-4C43-ACA1-7ACADA554619}" destId="{068B32D4-DCE6-4311-9336-CA767D8301B6}" srcOrd="2" destOrd="0" parTransId="{87F60A85-7E3A-4B3A-B4EC-7C7078624758}" sibTransId="{730C6119-0F75-4C26-84CD-2EEA298E01A1}"/>
    <dgm:cxn modelId="{C9746AB0-AC2D-434A-82A5-791E2199B4A4}" type="presOf" srcId="{808EE278-E955-4B14-938B-3EAE62E32F4E}" destId="{1FEBEB6C-9EB0-4E17-B274-44817CB2DC8D}" srcOrd="0" destOrd="0" presId="urn:microsoft.com/office/officeart/2016/7/layout/LinearArrowProcessNumbered"/>
    <dgm:cxn modelId="{D835FABA-D83E-4C83-B1A6-577684B92FF4}" type="presOf" srcId="{2E67075C-87D1-49F1-9516-3C50A4325EFE}" destId="{7FF7F9A8-C892-4511-ADC2-A044F5C0C4A1}" srcOrd="0" destOrd="0" presId="urn:microsoft.com/office/officeart/2016/7/layout/LinearArrowProcessNumbered"/>
    <dgm:cxn modelId="{44E0E5C4-63CC-4E69-A308-4644E023FD8F}" type="presOf" srcId="{6AB600B1-BFDE-4CA2-9019-3720CF03D6A8}" destId="{7B0AC8AB-BB50-4D2B-9524-AFEFCFAEFE55}" srcOrd="0" destOrd="0" presId="urn:microsoft.com/office/officeart/2016/7/layout/LinearArrowProcessNumbered"/>
    <dgm:cxn modelId="{317F8CE1-12C6-418A-AE73-E518AF6C0712}" srcId="{A0730EB0-6145-4C43-ACA1-7ACADA554619}" destId="{72CFA07C-1BDE-4503-BDD2-32945344C8CC}" srcOrd="0" destOrd="0" parTransId="{62FD8D0B-CB1A-461F-AB0B-A735C0EED508}" sibTransId="{808EE278-E955-4B14-938B-3EAE62E32F4E}"/>
    <dgm:cxn modelId="{6FB326E8-5BC3-42F4-9E45-3CD2BDAD8E16}" srcId="{2E67075C-87D1-49F1-9516-3C50A4325EFE}" destId="{93835C76-3F36-4DBD-8E6F-8ABDF4ED1128}" srcOrd="0" destOrd="0" parTransId="{05689999-E079-4139-9C0C-2C5C77AB5FF5}" sibTransId="{9AD28F08-BE69-43E9-A03A-47762FFCF4BD}"/>
    <dgm:cxn modelId="{E748B6F1-AD8A-4DB5-B2AD-9753FB05067F}" type="presOf" srcId="{730C6119-0F75-4C26-84CD-2EEA298E01A1}" destId="{43941AE5-319C-4017-B18C-6C02E4D03639}" srcOrd="0" destOrd="0" presId="urn:microsoft.com/office/officeart/2016/7/layout/LinearArrowProcessNumbered"/>
    <dgm:cxn modelId="{EBB73EFA-5C63-4DD4-9D3C-8FCB63385049}" srcId="{2E67075C-87D1-49F1-9516-3C50A4325EFE}" destId="{115AA2A9-C338-44C6-9A68-8470BE32A363}" srcOrd="1" destOrd="0" parTransId="{1E367CE6-4C5C-4CA1-8420-4C90C8315C6D}" sibTransId="{7678F01C-B6ED-42D8-B2B7-A282E8A897BC}"/>
    <dgm:cxn modelId="{8160A5D0-F97B-4D43-B17C-F32A79CAB3B0}" type="presParOf" srcId="{C1C2EB02-9000-4575-99FC-14C17C4F5FAC}" destId="{86DF4D2D-9EC4-493A-970E-A0F29EEAA40E}" srcOrd="0" destOrd="0" presId="urn:microsoft.com/office/officeart/2016/7/layout/LinearArrowProcessNumbered"/>
    <dgm:cxn modelId="{22650C36-FE7B-4D3E-A97F-0D3006D80AB4}" type="presParOf" srcId="{86DF4D2D-9EC4-493A-970E-A0F29EEAA40E}" destId="{3FE0BE9C-20C3-4675-AFE4-26A662E9DB04}" srcOrd="0" destOrd="0" presId="urn:microsoft.com/office/officeart/2016/7/layout/LinearArrowProcessNumbered"/>
    <dgm:cxn modelId="{13F393A9-6EEF-4997-B23C-DB74213507E2}" type="presParOf" srcId="{86DF4D2D-9EC4-493A-970E-A0F29EEAA40E}" destId="{5962EA39-EB7F-4C47-A220-6D303315064C}" srcOrd="1" destOrd="0" presId="urn:microsoft.com/office/officeart/2016/7/layout/LinearArrowProcessNumbered"/>
    <dgm:cxn modelId="{0DF277D6-4A89-44F8-8C26-8816A6C1577B}" type="presParOf" srcId="{5962EA39-EB7F-4C47-A220-6D303315064C}" destId="{FE28E6C8-5262-4F51-8DC9-5D86F92AE34B}" srcOrd="0" destOrd="0" presId="urn:microsoft.com/office/officeart/2016/7/layout/LinearArrowProcessNumbered"/>
    <dgm:cxn modelId="{21D4211F-9650-4115-B442-16D19F1D1A3E}" type="presParOf" srcId="{5962EA39-EB7F-4C47-A220-6D303315064C}" destId="{7889C0CF-0FF8-407F-834F-89335EB870B2}" srcOrd="1" destOrd="0" presId="urn:microsoft.com/office/officeart/2016/7/layout/LinearArrowProcessNumbered"/>
    <dgm:cxn modelId="{9ACA04DD-CFD9-4917-AB1D-67A4A0F4F530}" type="presParOf" srcId="{5962EA39-EB7F-4C47-A220-6D303315064C}" destId="{1FEBEB6C-9EB0-4E17-B274-44817CB2DC8D}" srcOrd="2" destOrd="0" presId="urn:microsoft.com/office/officeart/2016/7/layout/LinearArrowProcessNumbered"/>
    <dgm:cxn modelId="{1DB93178-91D2-4AFA-9E36-772AB237D8D0}" type="presParOf" srcId="{5962EA39-EB7F-4C47-A220-6D303315064C}" destId="{AB22ED22-C322-460C-888B-0F0C4AFC8999}" srcOrd="3" destOrd="0" presId="urn:microsoft.com/office/officeart/2016/7/layout/LinearArrowProcessNumbered"/>
    <dgm:cxn modelId="{2780BFE3-18E4-4E9C-873A-BCD60C1F41C2}" type="presParOf" srcId="{86DF4D2D-9EC4-493A-970E-A0F29EEAA40E}" destId="{8B24B67F-8A19-4D66-B895-13B8DE82449C}" srcOrd="2" destOrd="0" presId="urn:microsoft.com/office/officeart/2016/7/layout/LinearArrowProcessNumbered"/>
    <dgm:cxn modelId="{DD42F918-367D-4F5B-B4B4-66F5BAD31CE1}" type="presParOf" srcId="{C1C2EB02-9000-4575-99FC-14C17C4F5FAC}" destId="{A3BE7D75-94DD-4FE7-8F22-CE798228103F}" srcOrd="1" destOrd="0" presId="urn:microsoft.com/office/officeart/2016/7/layout/LinearArrowProcessNumbered"/>
    <dgm:cxn modelId="{3FD6E5D0-1F96-4087-9C9C-931A0C65ACD3}" type="presParOf" srcId="{C1C2EB02-9000-4575-99FC-14C17C4F5FAC}" destId="{8347F776-F4EC-40A1-84FA-16BC8EF7101A}" srcOrd="2" destOrd="0" presId="urn:microsoft.com/office/officeart/2016/7/layout/LinearArrowProcessNumbered"/>
    <dgm:cxn modelId="{BD61EE1C-6B12-4177-8358-2D10ED2A3B08}" type="presParOf" srcId="{8347F776-F4EC-40A1-84FA-16BC8EF7101A}" destId="{2284462B-CF73-4D8E-A5D5-227CED825E7A}" srcOrd="0" destOrd="0" presId="urn:microsoft.com/office/officeart/2016/7/layout/LinearArrowProcessNumbered"/>
    <dgm:cxn modelId="{89C621D4-32D2-4B29-824C-122F5339503C}" type="presParOf" srcId="{8347F776-F4EC-40A1-84FA-16BC8EF7101A}" destId="{11C93DA5-B292-4ED7-B7BB-6F102216DF73}" srcOrd="1" destOrd="0" presId="urn:microsoft.com/office/officeart/2016/7/layout/LinearArrowProcessNumbered"/>
    <dgm:cxn modelId="{EED4BD93-80A9-4C62-A246-2EEAC84E76C6}" type="presParOf" srcId="{11C93DA5-B292-4ED7-B7BB-6F102216DF73}" destId="{152D251B-1942-45DB-95B3-7BAA97820EDD}" srcOrd="0" destOrd="0" presId="urn:microsoft.com/office/officeart/2016/7/layout/LinearArrowProcessNumbered"/>
    <dgm:cxn modelId="{BC88C2F2-66D5-4D7D-A997-E90BA7DE9880}" type="presParOf" srcId="{11C93DA5-B292-4ED7-B7BB-6F102216DF73}" destId="{7DADF2FB-7185-441E-81AA-A9717D3674F1}" srcOrd="1" destOrd="0" presId="urn:microsoft.com/office/officeart/2016/7/layout/LinearArrowProcessNumbered"/>
    <dgm:cxn modelId="{84D1CEC0-74A3-435E-B2F1-03DBEBD12D60}" type="presParOf" srcId="{11C93DA5-B292-4ED7-B7BB-6F102216DF73}" destId="{7B0AC8AB-BB50-4D2B-9524-AFEFCFAEFE55}" srcOrd="2" destOrd="0" presId="urn:microsoft.com/office/officeart/2016/7/layout/LinearArrowProcessNumbered"/>
    <dgm:cxn modelId="{E0DDE9DC-FA31-4C97-9CF5-BC2580ABD1A1}" type="presParOf" srcId="{11C93DA5-B292-4ED7-B7BB-6F102216DF73}" destId="{DA8B3469-92A2-4C68-9DB4-A0E3EA44B4C3}" srcOrd="3" destOrd="0" presId="urn:microsoft.com/office/officeart/2016/7/layout/LinearArrowProcessNumbered"/>
    <dgm:cxn modelId="{035BD6A2-371C-447A-88FE-D177863E6226}" type="presParOf" srcId="{8347F776-F4EC-40A1-84FA-16BC8EF7101A}" destId="{7FF7F9A8-C892-4511-ADC2-A044F5C0C4A1}" srcOrd="2" destOrd="0" presId="urn:microsoft.com/office/officeart/2016/7/layout/LinearArrowProcessNumbered"/>
    <dgm:cxn modelId="{1CF105FB-5914-4A4E-85E1-2DF4B697F5A9}" type="presParOf" srcId="{C1C2EB02-9000-4575-99FC-14C17C4F5FAC}" destId="{504C817E-EDA1-46C7-B0C4-B6BADC348DE0}" srcOrd="3" destOrd="0" presId="urn:microsoft.com/office/officeart/2016/7/layout/LinearArrowProcessNumbered"/>
    <dgm:cxn modelId="{9A2006D8-6EB8-424B-B87C-24247AD042CE}" type="presParOf" srcId="{C1C2EB02-9000-4575-99FC-14C17C4F5FAC}" destId="{140ABE10-2027-47FF-8737-71F6B9176BAC}" srcOrd="4" destOrd="0" presId="urn:microsoft.com/office/officeart/2016/7/layout/LinearArrowProcessNumbered"/>
    <dgm:cxn modelId="{383040D5-CFF6-4084-9100-DA26D6DA6962}" type="presParOf" srcId="{140ABE10-2027-47FF-8737-71F6B9176BAC}" destId="{5EB2A025-13CD-4647-9B3D-030CDDCCDC0A}" srcOrd="0" destOrd="0" presId="urn:microsoft.com/office/officeart/2016/7/layout/LinearArrowProcessNumbered"/>
    <dgm:cxn modelId="{0669AB42-9D7B-412D-9433-AB021DA18C34}" type="presParOf" srcId="{140ABE10-2027-47FF-8737-71F6B9176BAC}" destId="{2A1CC559-C653-498A-AD52-6F27E43E03EA}" srcOrd="1" destOrd="0" presId="urn:microsoft.com/office/officeart/2016/7/layout/LinearArrowProcessNumbered"/>
    <dgm:cxn modelId="{A3D88FF3-7493-4A14-9068-18AE44BBEF44}" type="presParOf" srcId="{2A1CC559-C653-498A-AD52-6F27E43E03EA}" destId="{C9F471D3-CD93-49A8-94E4-337DB421F78A}" srcOrd="0" destOrd="0" presId="urn:microsoft.com/office/officeart/2016/7/layout/LinearArrowProcessNumbered"/>
    <dgm:cxn modelId="{B8E752FF-BA25-404D-8AE0-FAD6B13247B0}" type="presParOf" srcId="{2A1CC559-C653-498A-AD52-6F27E43E03EA}" destId="{5E351E3D-706C-435B-8914-95EDB3055622}" srcOrd="1" destOrd="0" presId="urn:microsoft.com/office/officeart/2016/7/layout/LinearArrowProcessNumbered"/>
    <dgm:cxn modelId="{FA5EDC52-31AD-4582-B741-329FC81BB14A}" type="presParOf" srcId="{2A1CC559-C653-498A-AD52-6F27E43E03EA}" destId="{43941AE5-319C-4017-B18C-6C02E4D03639}" srcOrd="2" destOrd="0" presId="urn:microsoft.com/office/officeart/2016/7/layout/LinearArrowProcessNumbered"/>
    <dgm:cxn modelId="{B7DE79CF-62D4-4231-8F81-6B576480108D}" type="presParOf" srcId="{2A1CC559-C653-498A-AD52-6F27E43E03EA}" destId="{523A6243-73E9-410A-93E5-CD28C0109BE4}" srcOrd="3" destOrd="0" presId="urn:microsoft.com/office/officeart/2016/7/layout/LinearArrowProcessNumbered"/>
    <dgm:cxn modelId="{83B40889-4758-47AE-B0C5-935463ABEDEF}" type="presParOf" srcId="{140ABE10-2027-47FF-8737-71F6B9176BAC}" destId="{0AFEA956-1615-4F33-9863-E64360520F27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607CE-8D16-46D3-BFBF-4A7D8016993B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65366-AA15-4D6E-9397-B46C5E59B64C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Predict Ranked Solo/Duo match outcome (blue_side_win)</a:t>
          </a:r>
        </a:p>
      </dsp:txBody>
      <dsp:txXfrm>
        <a:off x="2479673" y="478140"/>
        <a:ext cx="1475545" cy="1475545"/>
      </dsp:txXfrm>
    </dsp:sp>
    <dsp:sp modelId="{5E5A591C-A442-42DE-9B8D-15B2F7F48AEB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champion draft only</a:t>
          </a:r>
        </a:p>
      </dsp:txBody>
      <dsp:txXfrm>
        <a:off x="4240651" y="478140"/>
        <a:ext cx="1475545" cy="1475545"/>
      </dsp:txXfrm>
    </dsp:sp>
    <dsp:sp modelId="{29B865AB-1F91-4BE2-922C-39D744B4D5FF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Can be used to teach newer players the best team comps and strategies.</a:t>
          </a:r>
          <a:endParaRPr lang="en-US" sz="1600" kern="1200"/>
        </a:p>
      </dsp:txBody>
      <dsp:txXfrm>
        <a:off x="2479673" y="2239118"/>
        <a:ext cx="1475545" cy="1475545"/>
      </dsp:txXfrm>
    </dsp:sp>
    <dsp:sp modelId="{7537BFA7-A403-4FD3-86E7-066AC1633EED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Can provide insight to game developers for any balancing issues.</a:t>
          </a:r>
          <a:endParaRPr lang="en-US" sz="1600" kern="1200"/>
        </a:p>
      </dsp:txBody>
      <dsp:txXfrm>
        <a:off x="4240651" y="2239118"/>
        <a:ext cx="1475545" cy="1475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87C407-8EAE-4D55-8CDD-B13EE7FB4D0F}">
      <dsp:nvSpPr>
        <dsp:cNvPr id="0" name=""/>
        <dsp:cNvSpPr/>
      </dsp:nvSpPr>
      <dsp:spPr>
        <a:xfrm>
          <a:off x="0" y="69619"/>
          <a:ext cx="5000124" cy="8353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chemeClr val="tx1"/>
              </a:solidFill>
            </a:rPr>
            <a:t>Python, requests, pandas, </a:t>
          </a:r>
          <a:r>
            <a:rPr lang="en-US" sz="2100" kern="1200" err="1">
              <a:solidFill>
                <a:schemeClr val="tx1"/>
              </a:solidFill>
              <a:latin typeface="Calibri"/>
            </a:rPr>
            <a:t>pyarrow</a:t>
          </a:r>
          <a:r>
            <a:rPr lang="en-US" sz="2100" kern="1200">
              <a:solidFill>
                <a:schemeClr val="tx1"/>
              </a:solidFill>
              <a:latin typeface="Calibri"/>
            </a:rPr>
            <a:t>, </a:t>
          </a:r>
          <a:r>
            <a:rPr lang="en-US" sz="2100" kern="1200" err="1">
              <a:solidFill>
                <a:schemeClr val="tx1"/>
              </a:solidFill>
              <a:latin typeface="Calibri"/>
            </a:rPr>
            <a:t>xgboost</a:t>
          </a:r>
          <a:r>
            <a:rPr lang="en-US" sz="2100" kern="1200">
              <a:solidFill>
                <a:schemeClr val="tx1"/>
              </a:solidFill>
            </a:rPr>
            <a:t>, scikit-learn</a:t>
          </a:r>
        </a:p>
      </dsp:txBody>
      <dsp:txXfrm>
        <a:off x="40780" y="110399"/>
        <a:ext cx="4918564" cy="753819"/>
      </dsp:txXfrm>
    </dsp:sp>
    <dsp:sp modelId="{C77D2D67-2F30-4D1A-B47C-77A3E9DADB48}">
      <dsp:nvSpPr>
        <dsp:cNvPr id="0" name=""/>
        <dsp:cNvSpPr/>
      </dsp:nvSpPr>
      <dsp:spPr>
        <a:xfrm>
          <a:off x="0" y="965479"/>
          <a:ext cx="5000124" cy="835379"/>
        </a:xfrm>
        <a:prstGeom prst="roundRec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solidFill>
                <a:schemeClr val="tx1"/>
              </a:solidFill>
            </a:rPr>
            <a:t>multiprocessing + checkpointing</a:t>
          </a:r>
        </a:p>
      </dsp:txBody>
      <dsp:txXfrm>
        <a:off x="40780" y="1006259"/>
        <a:ext cx="4918564" cy="753819"/>
      </dsp:txXfrm>
    </dsp:sp>
    <dsp:sp modelId="{E0D5F992-A068-4C9F-B1BA-4F41BD31E8D8}">
      <dsp:nvSpPr>
        <dsp:cNvPr id="0" name=""/>
        <dsp:cNvSpPr/>
      </dsp:nvSpPr>
      <dsp:spPr>
        <a:xfrm>
          <a:off x="0" y="1861339"/>
          <a:ext cx="5000124" cy="835379"/>
        </a:xfrm>
        <a:prstGeom prst="roundRect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solidFill>
                <a:schemeClr val="tx1"/>
              </a:solidFill>
            </a:rPr>
            <a:t>JSON used to store raw file data</a:t>
          </a:r>
          <a:endParaRPr lang="en-US" sz="2100" kern="1200">
            <a:solidFill>
              <a:schemeClr val="tx1"/>
            </a:solidFill>
          </a:endParaRPr>
        </a:p>
      </dsp:txBody>
      <dsp:txXfrm>
        <a:off x="40780" y="1902119"/>
        <a:ext cx="4918564" cy="753819"/>
      </dsp:txXfrm>
    </dsp:sp>
    <dsp:sp modelId="{E6CE254F-812A-42DF-B500-103F640D351C}">
      <dsp:nvSpPr>
        <dsp:cNvPr id="0" name=""/>
        <dsp:cNvSpPr/>
      </dsp:nvSpPr>
      <dsp:spPr>
        <a:xfrm>
          <a:off x="0" y="2757200"/>
          <a:ext cx="5000124" cy="835379"/>
        </a:xfrm>
        <a:prstGeom prst="roundRec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err="1">
              <a:solidFill>
                <a:schemeClr val="tx1"/>
              </a:solidFill>
            </a:rPr>
            <a:t>Pyarrow</a:t>
          </a:r>
          <a:r>
            <a:rPr lang="en-GB" sz="2100" kern="1200">
              <a:solidFill>
                <a:schemeClr val="tx1"/>
              </a:solidFill>
            </a:rPr>
            <a:t> is a column-oriented data format designed for fast data exchange.</a:t>
          </a:r>
          <a:endParaRPr lang="en-US" sz="2100" kern="1200">
            <a:solidFill>
              <a:schemeClr val="tx1"/>
            </a:solidFill>
          </a:endParaRPr>
        </a:p>
      </dsp:txBody>
      <dsp:txXfrm>
        <a:off x="40780" y="2797980"/>
        <a:ext cx="4918564" cy="753819"/>
      </dsp:txXfrm>
    </dsp:sp>
    <dsp:sp modelId="{A7066D03-25A5-4CA2-8D4E-89311009B6AA}">
      <dsp:nvSpPr>
        <dsp:cNvPr id="0" name=""/>
        <dsp:cNvSpPr/>
      </dsp:nvSpPr>
      <dsp:spPr>
        <a:xfrm>
          <a:off x="0" y="3653060"/>
          <a:ext cx="5000124" cy="835379"/>
        </a:xfrm>
        <a:prstGeom prst="roundRect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>
              <a:solidFill>
                <a:schemeClr val="tx1"/>
              </a:solidFill>
            </a:rPr>
            <a:t>Parquet (column-based file format) is used for storage</a:t>
          </a:r>
          <a:endParaRPr lang="en-US" sz="2100" kern="1200">
            <a:solidFill>
              <a:schemeClr val="tx1"/>
            </a:solidFill>
          </a:endParaRPr>
        </a:p>
      </dsp:txBody>
      <dsp:txXfrm>
        <a:off x="40780" y="3693840"/>
        <a:ext cx="4918564" cy="753819"/>
      </dsp:txXfrm>
    </dsp:sp>
    <dsp:sp modelId="{F5306B29-0B2F-4CBB-8ADB-E80A915058AA}">
      <dsp:nvSpPr>
        <dsp:cNvPr id="0" name=""/>
        <dsp:cNvSpPr/>
      </dsp:nvSpPr>
      <dsp:spPr>
        <a:xfrm>
          <a:off x="0" y="4548920"/>
          <a:ext cx="5000124" cy="83537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err="1">
              <a:solidFill>
                <a:schemeClr val="tx1"/>
              </a:solidFill>
            </a:rPr>
            <a:t>Xgboost</a:t>
          </a:r>
          <a:r>
            <a:rPr lang="en-US" sz="2100" kern="1200">
              <a:solidFill>
                <a:schemeClr val="tx1"/>
              </a:solidFill>
            </a:rPr>
            <a:t> is used to better help </a:t>
          </a:r>
          <a:r>
            <a:rPr lang="en-US" sz="2100" kern="1200" err="1">
              <a:solidFill>
                <a:schemeClr val="tx1"/>
              </a:solidFill>
            </a:rPr>
            <a:t>analyse</a:t>
          </a:r>
          <a:r>
            <a:rPr lang="en-US" sz="2100" kern="1200">
              <a:solidFill>
                <a:schemeClr val="tx1"/>
              </a:solidFill>
            </a:rPr>
            <a:t> the huge dataset</a:t>
          </a:r>
        </a:p>
      </dsp:txBody>
      <dsp:txXfrm>
        <a:off x="40780" y="4589700"/>
        <a:ext cx="4918564" cy="7538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8E6C8-5262-4F51-8DC9-5D86F92AE34B}">
      <dsp:nvSpPr>
        <dsp:cNvPr id="0" name=""/>
        <dsp:cNvSpPr/>
      </dsp:nvSpPr>
      <dsp:spPr>
        <a:xfrm>
          <a:off x="1317017" y="908942"/>
          <a:ext cx="1050533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9C0CF-0FF8-407F-834F-89335EB870B2}">
      <dsp:nvSpPr>
        <dsp:cNvPr id="0" name=""/>
        <dsp:cNvSpPr/>
      </dsp:nvSpPr>
      <dsp:spPr>
        <a:xfrm>
          <a:off x="2430582" y="820713"/>
          <a:ext cx="120811" cy="226531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1342560"/>
            <a:satOff val="6032"/>
            <a:lumOff val="415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342560"/>
              <a:satOff val="6032"/>
              <a:lumOff val="4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BEB6C-9EB0-4E17-B274-44817CB2DC8D}">
      <dsp:nvSpPr>
        <dsp:cNvPr id="0" name=""/>
        <dsp:cNvSpPr/>
      </dsp:nvSpPr>
      <dsp:spPr>
        <a:xfrm>
          <a:off x="638162" y="361439"/>
          <a:ext cx="1095076" cy="109507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95" tIns="42495" rIns="42495" bIns="4249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1</a:t>
          </a:r>
        </a:p>
      </dsp:txBody>
      <dsp:txXfrm>
        <a:off x="798532" y="521809"/>
        <a:ext cx="774336" cy="774336"/>
      </dsp:txXfrm>
    </dsp:sp>
    <dsp:sp modelId="{8B24B67F-8A19-4D66-B895-13B8DE82449C}">
      <dsp:nvSpPr>
        <dsp:cNvPr id="0" name=""/>
        <dsp:cNvSpPr/>
      </dsp:nvSpPr>
      <dsp:spPr>
        <a:xfrm>
          <a:off x="3850" y="1622097"/>
          <a:ext cx="236369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2685120"/>
            <a:satOff val="12063"/>
            <a:lumOff val="829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2685120"/>
              <a:satOff val="12063"/>
              <a:lumOff val="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451" tIns="165100" rIns="186451" bIns="1651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Collect </a:t>
          </a:r>
          <a:r>
            <a:rPr lang="en-US" sz="1700" kern="1200">
              <a:latin typeface="Calibri"/>
            </a:rPr>
            <a:t>5k</a:t>
          </a:r>
          <a:r>
            <a:rPr lang="en-US" sz="1700" kern="1200"/>
            <a:t> match IDs and fetch JSONs</a:t>
          </a:r>
        </a:p>
      </dsp:txBody>
      <dsp:txXfrm>
        <a:off x="3850" y="2015217"/>
        <a:ext cx="2363699" cy="1572480"/>
      </dsp:txXfrm>
    </dsp:sp>
    <dsp:sp modelId="{152D251B-1942-45DB-95B3-7BAA97820EDD}">
      <dsp:nvSpPr>
        <dsp:cNvPr id="0" name=""/>
        <dsp:cNvSpPr/>
      </dsp:nvSpPr>
      <dsp:spPr>
        <a:xfrm>
          <a:off x="2630183" y="908680"/>
          <a:ext cx="2363699" cy="71"/>
        </a:xfrm>
        <a:prstGeom prst="rect">
          <a:avLst/>
        </a:prstGeom>
        <a:solidFill>
          <a:schemeClr val="accent5">
            <a:tint val="40000"/>
            <a:alpha val="90000"/>
            <a:hueOff val="-4027680"/>
            <a:satOff val="18095"/>
            <a:lumOff val="1244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4027680"/>
              <a:satOff val="18095"/>
              <a:lumOff val="12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DF2FB-7185-441E-81AA-A9717D3674F1}">
      <dsp:nvSpPr>
        <dsp:cNvPr id="0" name=""/>
        <dsp:cNvSpPr/>
      </dsp:nvSpPr>
      <dsp:spPr>
        <a:xfrm>
          <a:off x="5056915" y="820471"/>
          <a:ext cx="120811" cy="226864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AC8AB-BB50-4D2B-9524-AFEFCFAEFE55}">
      <dsp:nvSpPr>
        <dsp:cNvPr id="0" name=""/>
        <dsp:cNvSpPr/>
      </dsp:nvSpPr>
      <dsp:spPr>
        <a:xfrm>
          <a:off x="3264495" y="361178"/>
          <a:ext cx="1095076" cy="1095076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95" tIns="42495" rIns="42495" bIns="4249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2</a:t>
          </a:r>
        </a:p>
      </dsp:txBody>
      <dsp:txXfrm>
        <a:off x="3424865" y="521548"/>
        <a:ext cx="774336" cy="774336"/>
      </dsp:txXfrm>
    </dsp:sp>
    <dsp:sp modelId="{7FF7F9A8-C892-4511-ADC2-A044F5C0C4A1}">
      <dsp:nvSpPr>
        <dsp:cNvPr id="0" name=""/>
        <dsp:cNvSpPr/>
      </dsp:nvSpPr>
      <dsp:spPr>
        <a:xfrm>
          <a:off x="2630183" y="1621817"/>
          <a:ext cx="236369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6712801"/>
            <a:satOff val="30158"/>
            <a:lumOff val="2073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6712801"/>
              <a:satOff val="30158"/>
              <a:lumOff val="20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451" tIns="165100" rIns="186451" bIns="16510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 full </a:t>
          </a:r>
          <a:r>
            <a:rPr lang="en-US" sz="1700" kern="1200">
              <a:latin typeface="Calibri"/>
            </a:rPr>
            <a:t>training and tuning</a:t>
          </a:r>
          <a:endParaRPr lang="en-US" sz="17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latin typeface="Calibri"/>
            </a:rPr>
            <a:t>Logistical Regression (Rishabh)</a:t>
          </a: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latin typeface="Calibri"/>
            </a:rPr>
            <a:t>Random Forest (Michael)</a:t>
          </a: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latin typeface="Calibri"/>
            </a:rPr>
            <a:t>XG Boosting (</a:t>
          </a:r>
          <a:r>
            <a:rPr lang="en-US" sz="1100" kern="1200"/>
            <a:t>Alex</a:t>
          </a:r>
          <a:r>
            <a:rPr lang="en-US" sz="1100" kern="1200">
              <a:latin typeface="Calibri"/>
            </a:rPr>
            <a:t>)</a:t>
          </a:r>
        </a:p>
      </dsp:txBody>
      <dsp:txXfrm>
        <a:off x="2630183" y="2014937"/>
        <a:ext cx="2363699" cy="1572480"/>
      </dsp:txXfrm>
    </dsp:sp>
    <dsp:sp modelId="{C9F471D3-CD93-49A8-94E4-337DB421F78A}">
      <dsp:nvSpPr>
        <dsp:cNvPr id="0" name=""/>
        <dsp:cNvSpPr/>
      </dsp:nvSpPr>
      <dsp:spPr>
        <a:xfrm>
          <a:off x="5256516" y="908802"/>
          <a:ext cx="1181849" cy="72"/>
        </a:xfrm>
        <a:prstGeom prst="rect">
          <a:avLst/>
        </a:prstGeom>
        <a:solidFill>
          <a:schemeClr val="accent5">
            <a:tint val="40000"/>
            <a:alpha val="90000"/>
            <a:hueOff val="-8055361"/>
            <a:satOff val="36190"/>
            <a:lumOff val="248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8055361"/>
              <a:satOff val="36190"/>
              <a:lumOff val="24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941AE5-319C-4017-B18C-6C02E4D03639}">
      <dsp:nvSpPr>
        <dsp:cNvPr id="0" name=""/>
        <dsp:cNvSpPr/>
      </dsp:nvSpPr>
      <dsp:spPr>
        <a:xfrm>
          <a:off x="5890827" y="361299"/>
          <a:ext cx="1095076" cy="1095076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95" tIns="42495" rIns="42495" bIns="4249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3</a:t>
          </a:r>
        </a:p>
      </dsp:txBody>
      <dsp:txXfrm>
        <a:off x="6051197" y="521669"/>
        <a:ext cx="774336" cy="774336"/>
      </dsp:txXfrm>
    </dsp:sp>
    <dsp:sp modelId="{0AFEA956-1615-4F33-9863-E64360520F27}">
      <dsp:nvSpPr>
        <dsp:cNvPr id="0" name=""/>
        <dsp:cNvSpPr/>
      </dsp:nvSpPr>
      <dsp:spPr>
        <a:xfrm>
          <a:off x="5256516" y="1622097"/>
          <a:ext cx="236369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451" tIns="165100" rIns="186451" bIns="16510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/>
            </a:rPr>
            <a:t>Containerize, monitor and Deploy</a:t>
          </a:r>
          <a:endParaRPr lang="en-US" sz="17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latin typeface="Calibri"/>
            </a:rPr>
            <a:t>(Ju</a:t>
          </a:r>
          <a:r>
            <a:rPr lang="en-GB" sz="1100" kern="1200">
              <a:latin typeface="Calibri"/>
            </a:rPr>
            <a:t>z</a:t>
          </a:r>
          <a:r>
            <a:rPr lang="en-US" sz="1100" kern="1200">
              <a:latin typeface="Calibri"/>
            </a:rPr>
            <a:t>er, </a:t>
          </a:r>
          <a:r>
            <a:rPr lang="en-US" sz="1100" kern="1200"/>
            <a:t>Alex</a:t>
          </a:r>
          <a:r>
            <a:rPr lang="en-US" sz="1100" kern="1200">
              <a:latin typeface="Calibri"/>
            </a:rPr>
            <a:t>)</a:t>
          </a:r>
        </a:p>
      </dsp:txBody>
      <dsp:txXfrm>
        <a:off x="5256516" y="2015217"/>
        <a:ext cx="2363699" cy="157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D567E-9198-42DA-BCC5-4AEFBF71B140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459AC-FA58-413C-8BEB-37E48CB745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501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predictive target and the modeling constraint (draft only). Mention business value: coaching and balance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Riot Match V5 is appropriate: contains the necessary fields, high volume, and relevance to the prediction task. Note limitations (rate limits, potential bias).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storage plan: raw JSON retained for reproducibility, Parquet used for efficient analytics, and a clear location for model artifacts. Mention reasoning (performance, schema stability).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pipeline stages and how data flows end-to-end. Highlight rate-limiting, checkpointing, and multiprocessing decisions made to scale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core tools and justify choices briefly (e.g., XGBoost for tabular performance; Parquet for storage).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concrete progress and any demo artefacts you can show live. Mention which scripts run and successful local validations.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Address privacy and ethical issues: how PII is handled, compliance with Riot TOS, and plans to mitigate bias.</a:t>
            </a:r>
            <a:r>
              <a:rPr lang="en-GB"/>
              <a:t>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short timeline and who will own each next step. Be specific about targets and deadlines for the next checkpoint.</a:t>
            </a:r>
          </a:p>
          <a:p>
            <a:endParaRPr lang="en-GB"/>
          </a:p>
          <a:p>
            <a:r>
              <a:rPr lang="en-GB"/>
              <a:t>Data ingestion</a:t>
            </a:r>
          </a:p>
          <a:p>
            <a:r>
              <a:rPr lang="en-GB"/>
              <a:t>SQL &amp; Schema</a:t>
            </a:r>
          </a:p>
          <a:p>
            <a:r>
              <a:rPr lang="en-GB"/>
              <a:t>Model Development (Preprocessing) - Logistical Regression, </a:t>
            </a:r>
            <a:r>
              <a:rPr lang="en-US"/>
              <a:t>xg</a:t>
            </a:r>
            <a:r>
              <a:rPr lang="en-GB"/>
              <a:t>boosting, </a:t>
            </a:r>
          </a:p>
          <a:p>
            <a:r>
              <a:rPr lang="en-GB"/>
              <a:t>Deployment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floor for questions. Prepare to answer likely questions about ethics, sampling, and model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GB" sz="4700"/>
              <a:t>Design &amp; Implementation of a Machine Learning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2200"/>
              <a:t>Mid-module check-in</a:t>
            </a:r>
          </a:p>
          <a:p>
            <a:pPr algn="l">
              <a:lnSpc>
                <a:spcPct val="90000"/>
              </a:lnSpc>
            </a:pPr>
            <a:r>
              <a:rPr lang="en-GB" sz="2200">
                <a:ea typeface="Calibri"/>
                <a:cs typeface="Calibri"/>
              </a:rPr>
              <a:t>Alex Rush, </a:t>
            </a:r>
            <a:r>
              <a:rPr lang="en-GB" sz="2200" err="1">
                <a:ea typeface="Calibri"/>
                <a:cs typeface="Calibri"/>
              </a:rPr>
              <a:t>Juzer</a:t>
            </a:r>
            <a:r>
              <a:rPr lang="en-GB" sz="2200">
                <a:ea typeface="Calibri"/>
                <a:cs typeface="Calibri"/>
              </a:rPr>
              <a:t> </a:t>
            </a:r>
            <a:r>
              <a:rPr lang="en-GB" sz="2200" err="1">
                <a:ea typeface="Calibri"/>
                <a:cs typeface="Calibri"/>
              </a:rPr>
              <a:t>Pakawala</a:t>
            </a:r>
            <a:r>
              <a:rPr lang="en-GB" sz="2200">
                <a:ea typeface="Calibri"/>
                <a:cs typeface="Calibri"/>
              </a:rPr>
              <a:t>, Michael Wagg, Rishabh </a:t>
            </a:r>
            <a:r>
              <a:rPr lang="en-GB" sz="2200" err="1">
                <a:ea typeface="Calibri"/>
                <a:cs typeface="Calibri"/>
              </a:rPr>
              <a:t>Panikar</a:t>
            </a:r>
            <a:endParaRPr lang="en-GB" sz="220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GB" sz="2200">
                <a:ea typeface="Calibri"/>
                <a:cs typeface="Calibri"/>
              </a:rPr>
              <a:t>Group A4</a:t>
            </a:r>
          </a:p>
          <a:p>
            <a:pPr algn="l">
              <a:lnSpc>
                <a:spcPct val="90000"/>
              </a:lnSpc>
            </a:pPr>
            <a:endParaRPr lang="en-GB" sz="2200">
              <a:ea typeface="Calibri"/>
              <a:cs typeface="Calibri"/>
            </a:endParaRPr>
          </a:p>
        </p:txBody>
      </p:sp>
      <p:pic>
        <p:nvPicPr>
          <p:cNvPr id="5" name="Picture 4" descr="Green and yellow layers">
            <a:extLst>
              <a:ext uri="{FF2B5EF4-FFF2-40B4-BE49-F238E27FC236}">
                <a16:creationId xmlns:a16="http://schemas.microsoft.com/office/drawing/2014/main" id="{E3A103CE-5E7D-C568-3BA4-18F29C1617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41" r="28420" b="-9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Project Objective (Rishabh)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0F3759-6E63-A964-DC7F-BAB2DFB9D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9308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100"/>
              <a:t>Dataset Choice &amp; Justification (Alex)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1C2782E-8AF3-72DD-A814-D7C422841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86" y="1000087"/>
            <a:ext cx="3583036" cy="468808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1221" y="1984443"/>
            <a:ext cx="4094129" cy="419252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endParaRPr lang="en-GB" sz="1500"/>
          </a:p>
          <a:p>
            <a:pPr>
              <a:lnSpc>
                <a:spcPct val="90000"/>
              </a:lnSpc>
              <a:defRPr sz="1800"/>
            </a:pPr>
            <a:r>
              <a:rPr lang="en-GB" sz="1500"/>
              <a:t>Riot Match V5 Data (Collected via fetch_data.py and </a:t>
            </a:r>
            <a:r>
              <a:rPr lang="en-GB" sz="1500" err="1"/>
              <a:t>collect_matches,py</a:t>
            </a:r>
            <a:r>
              <a:rPr lang="en-GB" sz="1500"/>
              <a:t>)</a:t>
            </a:r>
            <a:endParaRPr lang="en-GB" sz="1500">
              <a:ea typeface="Calibri"/>
              <a:cs typeface="Calibri"/>
            </a:endParaRPr>
          </a:p>
          <a:p>
            <a:pPr>
              <a:lnSpc>
                <a:spcPct val="90000"/>
              </a:lnSpc>
              <a:defRPr sz="1800"/>
            </a:pPr>
            <a:r>
              <a:rPr lang="en-GB" sz="1500"/>
              <a:t>Holds match level records (teams, champions, roles, timestamps)</a:t>
            </a:r>
            <a:endParaRPr lang="en-GB" sz="1500">
              <a:ea typeface="Calibri"/>
              <a:cs typeface="Calibri"/>
            </a:endParaRPr>
          </a:p>
          <a:p>
            <a:pPr>
              <a:lnSpc>
                <a:spcPct val="90000"/>
              </a:lnSpc>
              <a:defRPr sz="1800"/>
            </a:pPr>
            <a:r>
              <a:rPr lang="en-GB" sz="1500"/>
              <a:t>Goal was to give team compositions based on per patch strength and </a:t>
            </a:r>
            <a:r>
              <a:rPr lang="en-GB" sz="1500" err="1"/>
              <a:t>winrate</a:t>
            </a:r>
            <a:endParaRPr lang="en-GB" sz="1500"/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GB" sz="1500">
                <a:ea typeface="Calibri"/>
                <a:cs typeface="Calibri"/>
              </a:rPr>
              <a:t>Labels are simple win/loss and supervised learning is straightforward, and features are highly predictive for win probability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GB" sz="1500" err="1">
                <a:ea typeface="Calibri"/>
                <a:cs typeface="Calibri"/>
              </a:rPr>
              <a:t>Catergorical</a:t>
            </a:r>
            <a:r>
              <a:rPr lang="en-GB" sz="1500">
                <a:ea typeface="Calibri"/>
                <a:cs typeface="Calibri"/>
              </a:rPr>
              <a:t> and numerical objectives and engineered features from prepare_features.py/feature_engineering.py allowing for both simple and complex models</a:t>
            </a:r>
          </a:p>
          <a:p>
            <a:pPr marL="457200" lvl="1" indent="0">
              <a:lnSpc>
                <a:spcPct val="90000"/>
              </a:lnSpc>
              <a:buNone/>
              <a:defRPr sz="1800"/>
            </a:pPr>
            <a:r>
              <a:rPr lang="en-GB" sz="1500">
                <a:ea typeface="Calibri"/>
                <a:cs typeface="Calibri"/>
              </a:rPr>
              <a:t>The match outcome is objective we control for noise with filtering and aggregate stats per champion to help with rare champion variances. We've also accounted fir patch/version drift, popularity imbalance (weighting) and skill level skew.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endParaRPr lang="en-GB" sz="15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rgbClr val="FFFFFF"/>
                </a:solidFill>
              </a:rPr>
              <a:t>Data Storage &amp; Modelling(Juzer)</a:t>
            </a:r>
            <a:endParaRPr lang="en-GB" sz="24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defRPr sz="1800"/>
            </a:pPr>
            <a:r>
              <a:rPr lang="en-GB" sz="1500" b="1">
                <a:ea typeface="+mn-lt"/>
                <a:cs typeface="+mn-lt"/>
              </a:rPr>
              <a:t>Extract</a:t>
            </a:r>
            <a:r>
              <a:rPr lang="en-GB" sz="1500">
                <a:ea typeface="+mn-lt"/>
                <a:cs typeface="+mn-lt"/>
              </a:rPr>
              <a:t> match data from Riot Match V5 API using collection scripts. </a:t>
            </a:r>
            <a:endParaRPr lang="en-GB" sz="1500">
              <a:ea typeface="Calibri"/>
              <a:cs typeface="Calibri"/>
            </a:endParaRPr>
          </a:p>
          <a:p>
            <a:pPr>
              <a:lnSpc>
                <a:spcPct val="90000"/>
              </a:lnSpc>
              <a:defRPr sz="1800"/>
            </a:pPr>
            <a:r>
              <a:rPr lang="en-GB" sz="1500" b="1">
                <a:ea typeface="+mn-lt"/>
                <a:cs typeface="+mn-lt"/>
              </a:rPr>
              <a:t>Store raw responses</a:t>
            </a:r>
            <a:r>
              <a:rPr lang="en-GB" sz="1500">
                <a:ea typeface="+mn-lt"/>
                <a:cs typeface="+mn-lt"/>
              </a:rPr>
              <a:t> as JSON in </a:t>
            </a:r>
            <a:r>
              <a:rPr lang="en-GB" sz="1500">
                <a:latin typeface="Consolas"/>
                <a:ea typeface="Calibri"/>
                <a:cs typeface="Calibri"/>
              </a:rPr>
              <a:t>data/raw</a:t>
            </a:r>
            <a:r>
              <a:rPr lang="en-GB" sz="1500">
                <a:latin typeface="Consolas"/>
                <a:ea typeface="+mn-lt"/>
                <a:cs typeface="+mn-lt"/>
              </a:rPr>
              <a:t>/</a:t>
            </a:r>
            <a:r>
              <a:rPr lang="en-GB" sz="1500">
                <a:ea typeface="+mn-lt"/>
                <a:cs typeface="+mn-lt"/>
              </a:rPr>
              <a:t> as parquet for traceability and reproducibility. 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500" b="1" dirty="0">
                <a:ea typeface="+mn-lt"/>
                <a:cs typeface="+mn-lt"/>
              </a:rPr>
              <a:t>Validate and ingest</a:t>
            </a:r>
            <a:r>
              <a:rPr lang="en-GB" sz="1500" dirty="0">
                <a:ea typeface="+mn-lt"/>
                <a:cs typeface="+mn-lt"/>
              </a:rPr>
              <a:t> raw data into parquet  or staging tables using Python and </a:t>
            </a:r>
            <a:r>
              <a:rPr lang="en-GB" sz="1500" dirty="0" err="1">
                <a:ea typeface="+mn-lt"/>
                <a:cs typeface="+mn-lt"/>
              </a:rPr>
              <a:t>SQLAlchemy</a:t>
            </a:r>
            <a:r>
              <a:rPr lang="en-GB" sz="1500" dirty="0">
                <a:ea typeface="+mn-lt"/>
                <a:cs typeface="+mn-lt"/>
              </a:rPr>
              <a:t>-style loading patterns similar to the labs into as parquet. </a:t>
            </a:r>
            <a:endParaRPr lang="en-GB" sz="1500" dirty="0"/>
          </a:p>
          <a:p>
            <a:pPr>
              <a:lnSpc>
                <a:spcPct val="90000"/>
              </a:lnSpc>
              <a:defRPr sz="1800"/>
            </a:pPr>
            <a:r>
              <a:rPr lang="en-GB" sz="1500" b="1">
                <a:ea typeface="+mn-lt"/>
                <a:cs typeface="+mn-lt"/>
              </a:rPr>
              <a:t>Transform</a:t>
            </a:r>
            <a:r>
              <a:rPr lang="en-GB" sz="1500">
                <a:ea typeface="+mn-lt"/>
                <a:cs typeface="+mn-lt"/>
              </a:rPr>
              <a:t> the data using preprocessing and feature engineering scripts to clean missing values, flatten nested fields, encode categorical variables, aggregate team/champion statistics, and generate the target label. </a:t>
            </a:r>
            <a:endParaRPr lang="en-GB" sz="1500"/>
          </a:p>
          <a:p>
            <a:pPr>
              <a:lnSpc>
                <a:spcPct val="90000"/>
              </a:lnSpc>
              <a:defRPr sz="1800"/>
            </a:pPr>
            <a:r>
              <a:rPr lang="en-GB" sz="1500" b="1" dirty="0">
                <a:ea typeface="+mn-lt"/>
                <a:cs typeface="+mn-lt"/>
              </a:rPr>
              <a:t>Store processed outputs</a:t>
            </a:r>
            <a:r>
              <a:rPr lang="en-GB" sz="1500" dirty="0">
                <a:ea typeface="+mn-lt"/>
                <a:cs typeface="+mn-lt"/>
              </a:rPr>
              <a:t> in </a:t>
            </a:r>
            <a:r>
              <a:rPr lang="en-GB" sz="1500" dirty="0">
                <a:latin typeface="Consolas"/>
                <a:ea typeface="Calibri"/>
                <a:cs typeface="Calibri"/>
              </a:rPr>
              <a:t>data/processed</a:t>
            </a:r>
            <a:r>
              <a:rPr lang="en-GB" sz="1500" dirty="0">
                <a:latin typeface="Consolas"/>
                <a:ea typeface="+mn-lt"/>
                <a:cs typeface="+mn-lt"/>
              </a:rPr>
              <a:t>/</a:t>
            </a:r>
            <a:r>
              <a:rPr lang="en-GB" sz="1500" dirty="0">
                <a:ea typeface="+mn-lt"/>
                <a:cs typeface="+mn-lt"/>
              </a:rPr>
              <a:t> as Parquet/CSV and optionally in curated analytical tables into </a:t>
            </a:r>
            <a:r>
              <a:rPr lang="en-GB" sz="1500" dirty="0" err="1">
                <a:ea typeface="+mn-lt"/>
                <a:cs typeface="+mn-lt"/>
              </a:rPr>
              <a:t>mariaD</a:t>
            </a:r>
            <a:r>
              <a:rPr lang="en-GB" sz="1500" err="1">
                <a:ea typeface="+mn-lt"/>
                <a:cs typeface="+mn-lt"/>
              </a:rPr>
              <a:t>B</a:t>
            </a:r>
            <a:r>
              <a:rPr lang="en-GB" sz="1500" dirty="0">
                <a:ea typeface="+mn-lt"/>
                <a:cs typeface="+mn-lt"/>
              </a:rPr>
              <a:t>. 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500" b="1">
                <a:ea typeface="+mn-lt"/>
                <a:cs typeface="+mn-lt"/>
              </a:rPr>
              <a:t>Orchestrate the stages</a:t>
            </a:r>
            <a:r>
              <a:rPr lang="en-GB" sz="1500">
                <a:ea typeface="+mn-lt"/>
                <a:cs typeface="+mn-lt"/>
              </a:rPr>
              <a:t> with Airflow as DAG tasks for ingestion, preprocessing, training, and evaluation. </a:t>
            </a:r>
          </a:p>
          <a:p>
            <a:pPr>
              <a:lnSpc>
                <a:spcPct val="90000"/>
              </a:lnSpc>
              <a:defRPr sz="1800"/>
            </a:pPr>
            <a:r>
              <a:rPr lang="en-GB" sz="1500" b="1" dirty="0">
                <a:ea typeface="+mn-lt"/>
                <a:cs typeface="+mn-lt"/>
              </a:rPr>
              <a:t>Pass small metadata</a:t>
            </a:r>
            <a:r>
              <a:rPr lang="en-GB" sz="1500" dirty="0">
                <a:ea typeface="+mn-lt"/>
                <a:cs typeface="+mn-lt"/>
              </a:rPr>
              <a:t> such as file paths or Redis keys, while using Redis + </a:t>
            </a:r>
            <a:r>
              <a:rPr lang="en-GB" sz="1500" dirty="0" err="1">
                <a:ea typeface="+mn-lt"/>
                <a:cs typeface="+mn-lt"/>
              </a:rPr>
              <a:t>PyArrow</a:t>
            </a:r>
            <a:r>
              <a:rPr lang="en-GB" sz="1500" dirty="0">
                <a:ea typeface="+mn-lt"/>
                <a:cs typeface="+mn-lt"/>
              </a:rPr>
              <a:t> for larger intermediate data if needed. </a:t>
            </a:r>
            <a:endParaRPr lang="en-GB" sz="1500" dirty="0"/>
          </a:p>
          <a:p>
            <a:pPr>
              <a:lnSpc>
                <a:spcPct val="90000"/>
              </a:lnSpc>
              <a:defRPr sz="1800"/>
            </a:pPr>
            <a:r>
              <a:rPr lang="en-GB" sz="1500" b="1">
                <a:ea typeface="+mn-lt"/>
                <a:cs typeface="+mn-lt"/>
              </a:rPr>
              <a:t>Train and evaluate models</a:t>
            </a:r>
            <a:r>
              <a:rPr lang="en-GB" sz="1500">
                <a:ea typeface="+mn-lt"/>
                <a:cs typeface="+mn-lt"/>
              </a:rPr>
              <a:t>, then persist the best model and metrics in </a:t>
            </a:r>
            <a:r>
              <a:rPr lang="en-GB" sz="1500">
                <a:latin typeface="Consolas"/>
                <a:ea typeface="Calibri"/>
                <a:cs typeface="Calibri"/>
              </a:rPr>
              <a:t>models/</a:t>
            </a:r>
            <a:r>
              <a:rPr lang="en-GB" sz="1500">
                <a:ea typeface="+mn-lt"/>
                <a:cs typeface="+mn-lt"/>
              </a:rPr>
              <a:t>.</a:t>
            </a:r>
            <a:endParaRPr lang="en-GB" sz="1500"/>
          </a:p>
          <a:p>
            <a:pPr marL="0" indent="0">
              <a:lnSpc>
                <a:spcPct val="90000"/>
              </a:lnSpc>
              <a:buNone/>
              <a:defRPr sz="1800"/>
            </a:pPr>
            <a:endParaRPr lang="en-GB" sz="15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Pipeline Architecture (Alex)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ea typeface="Calibri"/>
                <a:cs typeface="Calibri"/>
              </a:rPr>
              <a:t>Data collected from Riot API to gather and store match and player data in the raw folder (.paraquet)</a:t>
            </a:r>
          </a:p>
          <a:p>
            <a:r>
              <a:rPr lang="en-US" sz="1900">
                <a:ea typeface="Calibri"/>
                <a:cs typeface="Calibri"/>
              </a:rPr>
              <a:t>Ingest.py is used to confirm and persist raw files allowing us to keep raw and processed data separate</a:t>
            </a:r>
          </a:p>
          <a:p>
            <a:r>
              <a:rPr lang="en-US" sz="1900">
                <a:ea typeface="Calibri"/>
                <a:cs typeface="Calibri"/>
              </a:rPr>
              <a:t>Prepare_feature.py and feature_engineering.py used to clean, join, encode, and aggregate per-team/champion features. Also handles missing values and produces a .paraquet or .csv.</a:t>
            </a:r>
          </a:p>
          <a:p>
            <a:pPr>
              <a:defRPr sz="1800"/>
            </a:pPr>
            <a:r>
              <a:rPr lang="en-US" sz="1900">
                <a:ea typeface="Calibri"/>
                <a:cs typeface="Calibri"/>
              </a:rPr>
              <a:t>We are using a time-based split and stratification on roles/champions where proper. We are also keeping a held-out test set for out final model</a:t>
            </a:r>
          </a:p>
          <a:p>
            <a:pPr>
              <a:defRPr sz="1800"/>
            </a:pPr>
            <a:r>
              <a:rPr lang="en-US" sz="1900">
                <a:ea typeface="Calibri"/>
                <a:cs typeface="Calibri"/>
              </a:rPr>
              <a:t>We are experimenting with models using train_model.py (XG,LGBM,RF looking at possible neural nets if within scope) using grid or Optuna for hyperparameter tuning. We persist the best model and metrics.json.</a:t>
            </a:r>
          </a:p>
          <a:p>
            <a:pPr>
              <a:defRPr sz="1800"/>
            </a:pPr>
            <a:endParaRPr lang="en-US" sz="1900">
              <a:ea typeface="Calibri"/>
              <a:cs typeface="Calibri"/>
            </a:endParaRPr>
          </a:p>
          <a:p>
            <a:pPr>
              <a:defRPr sz="1800"/>
            </a:pPr>
            <a:endParaRPr lang="en-GB" sz="19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1700">
                <a:solidFill>
                  <a:srgbClr val="FFFFFF"/>
                </a:solidFill>
              </a:rPr>
              <a:t>Tools &amp; Technologies (Rishabh)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4A7F2880-BCF6-D635-77E2-901BE07CE4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652436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844EE9-2895-4B7B-A445-00BA91721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9514" y="1107860"/>
            <a:ext cx="4385836" cy="1046671"/>
          </a:xfrm>
        </p:spPr>
        <p:txBody>
          <a:bodyPr>
            <a:normAutofit/>
          </a:bodyPr>
          <a:lstStyle/>
          <a:p>
            <a:r>
              <a:rPr lang="en-GB" sz="2400"/>
              <a:t>Progress to Date (Alex)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03642-7722-4B15-897F-76918F86B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3394204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68EAC2-2623-4156-A990-D776FF9BF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7" name="Graphic 6" descr="Server">
            <a:extLst>
              <a:ext uri="{FF2B5EF4-FFF2-40B4-BE49-F238E27FC236}">
                <a16:creationId xmlns:a16="http://schemas.microsoft.com/office/drawing/2014/main" id="{69111784-AF4A-D0C8-2513-2B213BB203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868" y="1969766"/>
            <a:ext cx="2918468" cy="291846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515" y="2402260"/>
            <a:ext cx="4385835" cy="33478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600">
                <a:ea typeface="Calibri"/>
                <a:cs typeface="Calibri"/>
              </a:rPr>
              <a:t>Riot fetch API</a:t>
            </a:r>
          </a:p>
          <a:p>
            <a:pPr>
              <a:defRPr sz="1800"/>
            </a:pPr>
            <a:r>
              <a:rPr lang="en-GB" sz="1600">
                <a:ea typeface="Calibri"/>
                <a:cs typeface="Calibri"/>
              </a:rPr>
              <a:t>2-3 notebooks of early models</a:t>
            </a:r>
          </a:p>
          <a:p>
            <a:pPr>
              <a:defRPr sz="1800"/>
            </a:pPr>
            <a:r>
              <a:rPr lang="en-GB" sz="1600">
                <a:ea typeface="Calibri"/>
                <a:cs typeface="Calibri"/>
              </a:rPr>
              <a:t>Data preparation and feature engineering</a:t>
            </a:r>
          </a:p>
          <a:p>
            <a:pPr>
              <a:defRPr sz="1800"/>
            </a:pPr>
            <a:r>
              <a:rPr lang="en-GB" sz="1600">
                <a:ea typeface="Calibri"/>
                <a:cs typeface="Calibri"/>
              </a:rPr>
              <a:t>Data ingestion and cleaning done</a:t>
            </a:r>
          </a:p>
          <a:p>
            <a:pPr>
              <a:defRPr sz="1800"/>
            </a:pPr>
            <a:r>
              <a:rPr lang="en-GB" sz="1600">
                <a:ea typeface="Calibri"/>
                <a:cs typeface="Calibri"/>
              </a:rPr>
              <a:t>5000 matches of data (Collected)</a:t>
            </a:r>
          </a:p>
          <a:p>
            <a:pPr>
              <a:defRPr sz="1800"/>
            </a:pPr>
            <a:r>
              <a:rPr lang="en-GB" sz="1600">
                <a:ea typeface="Calibri"/>
                <a:cs typeface="Calibri"/>
              </a:rPr>
              <a:t>Xgb_patch_model.pkl (In progress)</a:t>
            </a:r>
          </a:p>
          <a:p>
            <a:pPr>
              <a:defRPr sz="1800"/>
            </a:pPr>
            <a:r>
              <a:rPr lang="en-GB" sz="1600">
                <a:ea typeface="Calibri"/>
                <a:cs typeface="Calibri"/>
              </a:rPr>
              <a:t>5 CSV files of per role popularity and wins of ALL champions played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707BC9-731A-490A-AF25-6F349FD9B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D7C480-AC7D-4FEE-BB95-EEE23BB3E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8800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sz="1400">
                <a:solidFill>
                  <a:srgbClr val="FFFFFF"/>
                </a:solidFill>
              </a:rPr>
              <a:t>Risks &amp; Ethical Considerations (Michael)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500">
              <a:ea typeface="Calibri"/>
              <a:cs typeface="Calibri"/>
            </a:endParaRPr>
          </a:p>
          <a:p>
            <a:pPr>
              <a:lnSpc>
                <a:spcPct val="90000"/>
              </a:lnSpc>
              <a:defRPr sz="1800"/>
            </a:pPr>
            <a:r>
              <a:rPr lang="en-US" sz="1500"/>
              <a:t>API rate limits and key expiry</a:t>
            </a:r>
            <a:endParaRPr lang="en-US" sz="1500">
              <a:ea typeface="Calibri"/>
              <a:cs typeface="Calibri"/>
            </a:endParaRP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US" sz="1500">
                <a:ea typeface="Calibri"/>
                <a:cs typeface="Calibri"/>
              </a:rPr>
              <a:t>Our pipeline relies heavily on external Infrastructure 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US" sz="1500">
                <a:ea typeface="Calibri"/>
                <a:cs typeface="Calibri"/>
              </a:rPr>
              <a:t>If we exceed API rates, we could risk temporary bans resulting in damage to our dataflow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US" sz="1500">
                <a:ea typeface="Calibri"/>
                <a:cs typeface="Calibri"/>
              </a:rPr>
              <a:t>This risk is also carried by a possible API key expiry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endParaRPr lang="en-US" sz="1500">
              <a:ea typeface="Calibri"/>
              <a:cs typeface="Calibri"/>
            </a:endParaRPr>
          </a:p>
          <a:p>
            <a:pPr>
              <a:lnSpc>
                <a:spcPct val="90000"/>
              </a:lnSpc>
              <a:defRPr sz="1800"/>
            </a:pPr>
            <a:r>
              <a:rPr lang="en-US" sz="1500"/>
              <a:t>Player privacy — encrypted IDs only</a:t>
            </a:r>
            <a:endParaRPr lang="en-US" sz="1500">
              <a:ea typeface="Calibri"/>
              <a:cs typeface="Calibri"/>
            </a:endParaRP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US" sz="1500">
                <a:ea typeface="Calibri"/>
                <a:cs typeface="Calibri"/>
              </a:rPr>
              <a:t>Under GDPR data must remain pseudo-anonymous but we can </a:t>
            </a:r>
            <a:r>
              <a:rPr lang="en-US" sz="1500" err="1">
                <a:ea typeface="Calibri"/>
                <a:cs typeface="Calibri"/>
              </a:rPr>
              <a:t>utilise</a:t>
            </a:r>
            <a:r>
              <a:rPr lang="en-US" sz="1500">
                <a:ea typeface="Calibri"/>
                <a:cs typeface="Calibri"/>
              </a:rPr>
              <a:t> encrypted ID's 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US" sz="1500">
                <a:ea typeface="Calibri"/>
                <a:cs typeface="Calibri"/>
              </a:rPr>
              <a:t>There will be no attempts to </a:t>
            </a:r>
            <a:r>
              <a:rPr lang="en-GB" sz="1500" err="1">
                <a:ea typeface="Calibri"/>
                <a:cs typeface="Calibri"/>
              </a:rPr>
              <a:t>deanonymise</a:t>
            </a:r>
            <a:r>
              <a:rPr lang="en-US" sz="1500">
                <a:ea typeface="Calibri"/>
                <a:cs typeface="Calibri"/>
              </a:rPr>
              <a:t> any player information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US" sz="1500">
                <a:ea typeface="Calibri"/>
                <a:cs typeface="Calibri"/>
              </a:rPr>
              <a:t>Only the usage of encrypted ID's and aggregated statistics, no usernames or personal information.</a:t>
            </a:r>
          </a:p>
          <a:p>
            <a:pPr marL="457200" lvl="1" indent="0">
              <a:lnSpc>
                <a:spcPct val="90000"/>
              </a:lnSpc>
              <a:buNone/>
              <a:defRPr sz="1800"/>
            </a:pPr>
            <a:endParaRPr lang="en-US" sz="1500">
              <a:ea typeface="Calibri"/>
              <a:cs typeface="Calibri"/>
            </a:endParaRPr>
          </a:p>
          <a:p>
            <a:pPr>
              <a:lnSpc>
                <a:spcPct val="90000"/>
              </a:lnSpc>
              <a:defRPr sz="1800"/>
            </a:pPr>
            <a:r>
              <a:rPr lang="en-US" sz="1500"/>
              <a:t>Sampling bias &amp; compliance</a:t>
            </a:r>
            <a:endParaRPr lang="en-US" sz="1500">
              <a:ea typeface="Calibri"/>
              <a:cs typeface="Calibri"/>
            </a:endParaRP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US" sz="1500">
                <a:ea typeface="Calibri"/>
                <a:cs typeface="Calibri"/>
              </a:rPr>
              <a:t>Bias could lead to predictions being misleading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US" sz="1500">
                <a:ea typeface="Calibri"/>
                <a:cs typeface="Calibri"/>
              </a:rPr>
              <a:t>This could happen as a result of overrepresentations of champions due to their popularity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r>
              <a:rPr lang="en-US" sz="1500">
                <a:ea typeface="Calibri"/>
                <a:cs typeface="Calibri"/>
              </a:rPr>
              <a:t>Minor inherent Blue Side bias will also have to be accounted for</a:t>
            </a:r>
          </a:p>
          <a:p>
            <a:pPr lvl="1">
              <a:lnSpc>
                <a:spcPct val="90000"/>
              </a:lnSpc>
              <a:buFont typeface="Courier New"/>
              <a:buChar char="o"/>
              <a:defRPr sz="1800"/>
            </a:pPr>
            <a:endParaRPr lang="en-US" sz="15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300"/>
              <a:t>Next Steps &amp; Timeline (Michael)</a:t>
            </a: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78D64F5-4A44-35D6-4558-BB2B6A8C41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909752"/>
              </p:ext>
            </p:extLst>
          </p:nvPr>
        </p:nvGraphicFramePr>
        <p:xfrm>
          <a:off x="578300" y="2233832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pPr>
              <a:defRPr sz="1800"/>
            </a:pPr>
            <a:r>
              <a:rPr lang="en-GB" sz="1700"/>
              <a:t>Questions?</a:t>
            </a:r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786B4239-F309-FD58-D00B-17FE8FA280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03" r="10544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10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Design &amp; Implementation of a Machine Learning Pipeline</vt:lpstr>
      <vt:lpstr>Project Objective (Rishabh)</vt:lpstr>
      <vt:lpstr>Dataset Choice &amp; Justification (Alex)</vt:lpstr>
      <vt:lpstr>Data Storage &amp; Modelling(Juzer)</vt:lpstr>
      <vt:lpstr>Pipeline Architecture (Alex)</vt:lpstr>
      <vt:lpstr>Tools &amp; Technologies (Rishabh)</vt:lpstr>
      <vt:lpstr>Progress to Date (Alex)</vt:lpstr>
      <vt:lpstr>Risks &amp; Ethical Considerations (Michael)</vt:lpstr>
      <vt:lpstr>Next Steps &amp; Timeline (Michael)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45</cp:revision>
  <dcterms:created xsi:type="dcterms:W3CDTF">2013-01-27T09:14:16Z</dcterms:created>
  <dcterms:modified xsi:type="dcterms:W3CDTF">2026-03-23T13:29:19Z</dcterms:modified>
  <cp:category/>
</cp:coreProperties>
</file>